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12"/>
  </p:notesMasterIdLst>
  <p:sldIdLst>
    <p:sldId id="256" r:id="rId2"/>
    <p:sldId id="257" r:id="rId3"/>
    <p:sldId id="260" r:id="rId4"/>
    <p:sldId id="261" r:id="rId5"/>
    <p:sldId id="268" r:id="rId6"/>
    <p:sldId id="271" r:id="rId7"/>
    <p:sldId id="272" r:id="rId8"/>
    <p:sldId id="270" r:id="rId9"/>
    <p:sldId id="269" r:id="rId10"/>
    <p:sldId id="267" r:id="rId11"/>
  </p:sldIdLst>
  <p:sldSz cx="9144000" cy="5143500" type="screen16x9"/>
  <p:notesSz cx="6858000" cy="9144000"/>
  <p:embeddedFontLst>
    <p:embeddedFont>
      <p:font typeface="Barlow" panose="00000500000000000000" pitchFamily="2" charset="0"/>
      <p:regular r:id="rId13"/>
      <p:bold r:id="rId14"/>
      <p:italic r:id="rId15"/>
      <p:boldItalic r:id="rId16"/>
    </p:embeddedFont>
    <p:embeddedFont>
      <p:font typeface="Nunito Light" pitchFamily="2" charset="0"/>
      <p:regular r:id="rId17"/>
    </p:embeddedFont>
    <p:embeddedFont>
      <p:font typeface="Poppins" panose="00000500000000000000" pitchFamily="2" charset="0"/>
      <p:regular r:id="rId18"/>
      <p:bold r:id="rId19"/>
      <p:italic r:id="rId20"/>
      <p:boldItalic r:id="rId21"/>
    </p:embeddedFont>
    <p:embeddedFont>
      <p:font typeface="Poppins Black" panose="00000A00000000000000" pitchFamily="2" charset="0"/>
      <p:bold r:id="rId22"/>
      <p:boldItalic r:id="rId23"/>
    </p:embeddedFont>
    <p:embeddedFont>
      <p:font typeface="Poppins ExtraBold" panose="00000900000000000000" pitchFamily="2" charset="0"/>
      <p:bold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2CE58A5-9BC6-4E53-A9DA-EE6B6539BB91}">
  <a:tblStyle styleId="{92CE58A5-9BC6-4E53-A9DA-EE6B6539BB9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CC4629A-0290-4D52-9FD2-F348AC0D8718}"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994" y="72"/>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6" name="Google Shape;75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4" name="Google Shape;794;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2" name="Google Shape;91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2" name="Google Shape;91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9708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76456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754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2" name="Google Shape;91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74692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9466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4"/>
        <p:cNvGrpSpPr/>
        <p:nvPr/>
      </p:nvGrpSpPr>
      <p:grpSpPr>
        <a:xfrm>
          <a:off x="0" y="0"/>
          <a:ext cx="0" cy="0"/>
          <a:chOff x="0" y="0"/>
          <a:chExt cx="0" cy="0"/>
        </a:xfrm>
      </p:grpSpPr>
      <p:sp>
        <p:nvSpPr>
          <p:cNvPr id="1095" name="Google Shape;1095;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6" name="Google Shape;1096;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6782" y="-1232671"/>
            <a:ext cx="9807905" cy="7974474"/>
            <a:chOff x="-6782" y="-1232671"/>
            <a:chExt cx="9807905" cy="7974474"/>
          </a:xfrm>
        </p:grpSpPr>
        <p:sp>
          <p:nvSpPr>
            <p:cNvPr id="10" name="Google Shape;10;p2"/>
            <p:cNvSpPr/>
            <p:nvPr/>
          </p:nvSpPr>
          <p:spPr>
            <a:xfrm rot="-5400000">
              <a:off x="7120124" y="4060803"/>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1" y="4104678"/>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6782" y="-1232671"/>
              <a:ext cx="9150782" cy="1911396"/>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3;p2"/>
          <p:cNvGrpSpPr/>
          <p:nvPr/>
        </p:nvGrpSpPr>
        <p:grpSpPr>
          <a:xfrm>
            <a:off x="-885529" y="302485"/>
            <a:ext cx="10998540" cy="4878740"/>
            <a:chOff x="-885529" y="302485"/>
            <a:chExt cx="10998540" cy="4878740"/>
          </a:xfrm>
        </p:grpSpPr>
        <p:sp>
          <p:nvSpPr>
            <p:cNvPr id="14" name="Google Shape;14;p2"/>
            <p:cNvSpPr/>
            <p:nvPr/>
          </p:nvSpPr>
          <p:spPr>
            <a:xfrm>
              <a:off x="2581296" y="4914218"/>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7266974" y="4937849"/>
              <a:ext cx="1205478" cy="219752"/>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93550" y="4455724"/>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10800000" flipH="1">
              <a:off x="8291042" y="569492"/>
              <a:ext cx="1821969" cy="184293"/>
            </a:xfrm>
            <a:custGeom>
              <a:avLst/>
              <a:gdLst/>
              <a:ahLst/>
              <a:cxnLst/>
              <a:rect l="l" t="t" r="r" b="b"/>
              <a:pathLst>
                <a:path w="28680" h="2901" extrusionOk="0">
                  <a:moveTo>
                    <a:pt x="28679" y="1"/>
                  </a:moveTo>
                  <a:lnTo>
                    <a:pt x="2737" y="162"/>
                  </a:lnTo>
                  <a:lnTo>
                    <a:pt x="1" y="2900"/>
                  </a:lnTo>
                  <a:lnTo>
                    <a:pt x="28679" y="2751"/>
                  </a:lnTo>
                  <a:lnTo>
                    <a:pt x="286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flipH="1">
              <a:off x="-885529" y="302485"/>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 name="Google Shape;19;p2"/>
          <p:cNvGrpSpPr/>
          <p:nvPr/>
        </p:nvGrpSpPr>
        <p:grpSpPr>
          <a:xfrm>
            <a:off x="-689412" y="-2417039"/>
            <a:ext cx="11168660" cy="9105554"/>
            <a:chOff x="-689412" y="-2417039"/>
            <a:chExt cx="11168660" cy="9105554"/>
          </a:xfrm>
        </p:grpSpPr>
        <p:grpSp>
          <p:nvGrpSpPr>
            <p:cNvPr id="20" name="Google Shape;20;p2"/>
            <p:cNvGrpSpPr/>
            <p:nvPr/>
          </p:nvGrpSpPr>
          <p:grpSpPr>
            <a:xfrm>
              <a:off x="6699625" y="4455725"/>
              <a:ext cx="3779622" cy="1782883"/>
              <a:chOff x="5782225" y="4455725"/>
              <a:chExt cx="3779622" cy="1782883"/>
            </a:xfrm>
          </p:grpSpPr>
          <p:sp>
            <p:nvSpPr>
              <p:cNvPr id="21" name="Google Shape;21;p2"/>
              <p:cNvSpPr/>
              <p:nvPr/>
            </p:nvSpPr>
            <p:spPr>
              <a:xfrm>
                <a:off x="6756575" y="4455725"/>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5782225" y="4701200"/>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48925" y="4604000"/>
              <a:ext cx="5424616" cy="2084515"/>
              <a:chOff x="0" y="4604000"/>
              <a:chExt cx="5424616" cy="2084515"/>
            </a:xfrm>
          </p:grpSpPr>
          <p:sp>
            <p:nvSpPr>
              <p:cNvPr id="24" name="Google Shape;24;p2"/>
              <p:cNvSpPr/>
              <p:nvPr/>
            </p:nvSpPr>
            <p:spPr>
              <a:xfrm>
                <a:off x="0" y="4604000"/>
                <a:ext cx="4495016" cy="2084515"/>
              </a:xfrm>
              <a:custGeom>
                <a:avLst/>
                <a:gdLst/>
                <a:ahLst/>
                <a:cxnLst/>
                <a:rect l="l" t="t" r="r" b="b"/>
                <a:pathLst>
                  <a:path w="101749" h="47185" extrusionOk="0">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929600" y="4604000"/>
                <a:ext cx="4495016" cy="2084515"/>
              </a:xfrm>
              <a:custGeom>
                <a:avLst/>
                <a:gdLst/>
                <a:ahLst/>
                <a:cxnLst/>
                <a:rect l="l" t="t" r="r" b="b"/>
                <a:pathLst>
                  <a:path w="101749" h="47185" extrusionOk="0">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2"/>
            <p:cNvSpPr/>
            <p:nvPr/>
          </p:nvSpPr>
          <p:spPr>
            <a:xfrm rot="10800000">
              <a:off x="-689412" y="-1173475"/>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rot="10800000">
              <a:off x="4880516" y="-2417039"/>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2"/>
          <p:cNvSpPr txBox="1">
            <a:spLocks noGrp="1"/>
          </p:cNvSpPr>
          <p:nvPr>
            <p:ph type="ctrTitle"/>
          </p:nvPr>
        </p:nvSpPr>
        <p:spPr>
          <a:xfrm>
            <a:off x="1394250" y="1432275"/>
            <a:ext cx="6355500" cy="16101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4300"/>
              <a:buNone/>
              <a:defRPr sz="43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9" name="Google Shape;29;p2"/>
          <p:cNvSpPr txBox="1">
            <a:spLocks noGrp="1"/>
          </p:cNvSpPr>
          <p:nvPr>
            <p:ph type="subTitle" idx="1"/>
          </p:nvPr>
        </p:nvSpPr>
        <p:spPr>
          <a:xfrm>
            <a:off x="1394250" y="3058425"/>
            <a:ext cx="6355500" cy="387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3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grpSp>
        <p:nvGrpSpPr>
          <p:cNvPr id="31" name="Google Shape;31;p3"/>
          <p:cNvGrpSpPr/>
          <p:nvPr/>
        </p:nvGrpSpPr>
        <p:grpSpPr>
          <a:xfrm>
            <a:off x="-642935" y="-1483293"/>
            <a:ext cx="10417533" cy="7928897"/>
            <a:chOff x="-642935" y="-1483293"/>
            <a:chExt cx="10417533" cy="7928897"/>
          </a:xfrm>
        </p:grpSpPr>
        <p:sp>
          <p:nvSpPr>
            <p:cNvPr id="32" name="Google Shape;32;p3"/>
            <p:cNvSpPr/>
            <p:nvPr/>
          </p:nvSpPr>
          <p:spPr>
            <a:xfrm rot="10800000">
              <a:off x="-642935" y="-1483293"/>
              <a:ext cx="9294978" cy="1911396"/>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6254199" y="4604003"/>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34;p3"/>
          <p:cNvGrpSpPr/>
          <p:nvPr/>
        </p:nvGrpSpPr>
        <p:grpSpPr>
          <a:xfrm>
            <a:off x="-732996" y="7"/>
            <a:ext cx="7266640" cy="5159850"/>
            <a:chOff x="-732996" y="7"/>
            <a:chExt cx="7266640" cy="5159850"/>
          </a:xfrm>
        </p:grpSpPr>
        <p:sp>
          <p:nvSpPr>
            <p:cNvPr id="35" name="Google Shape;35;p3"/>
            <p:cNvSpPr/>
            <p:nvPr/>
          </p:nvSpPr>
          <p:spPr>
            <a:xfrm rot="10800000">
              <a:off x="4161656" y="4976326"/>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10800000">
              <a:off x="5115392" y="7"/>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732996" y="4324988"/>
              <a:ext cx="1821969" cy="184293"/>
            </a:xfrm>
            <a:custGeom>
              <a:avLst/>
              <a:gdLst/>
              <a:ahLst/>
              <a:cxnLst/>
              <a:rect l="l" t="t" r="r" b="b"/>
              <a:pathLst>
                <a:path w="28680" h="2901" extrusionOk="0">
                  <a:moveTo>
                    <a:pt x="28679" y="1"/>
                  </a:moveTo>
                  <a:lnTo>
                    <a:pt x="2737" y="162"/>
                  </a:lnTo>
                  <a:lnTo>
                    <a:pt x="1" y="2900"/>
                  </a:lnTo>
                  <a:lnTo>
                    <a:pt x="28679" y="2751"/>
                  </a:lnTo>
                  <a:lnTo>
                    <a:pt x="286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Google Shape;38;p3"/>
          <p:cNvSpPr txBox="1">
            <a:spLocks noGrp="1"/>
          </p:cNvSpPr>
          <p:nvPr>
            <p:ph type="title"/>
          </p:nvPr>
        </p:nvSpPr>
        <p:spPr>
          <a:xfrm>
            <a:off x="2085025" y="1564950"/>
            <a:ext cx="4158300" cy="15114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4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9" name="Google Shape;39;p3"/>
          <p:cNvSpPr txBox="1">
            <a:spLocks noGrp="1"/>
          </p:cNvSpPr>
          <p:nvPr>
            <p:ph type="title" idx="2" hasCustomPrompt="1"/>
          </p:nvPr>
        </p:nvSpPr>
        <p:spPr>
          <a:xfrm>
            <a:off x="1050075" y="1564950"/>
            <a:ext cx="969000" cy="1511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Font typeface="Poppins"/>
              <a:buNone/>
              <a:defRPr sz="4100">
                <a:latin typeface="Poppins"/>
                <a:ea typeface="Poppins"/>
                <a:cs typeface="Poppins"/>
                <a:sym typeface="Poppins"/>
              </a:defRPr>
            </a:lvl1pPr>
            <a:lvl2pPr lvl="1"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2pPr>
            <a:lvl3pPr lvl="2"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3pPr>
            <a:lvl4pPr lvl="3"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4pPr>
            <a:lvl5pPr lvl="4"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5pPr>
            <a:lvl6pPr lvl="5"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6pPr>
            <a:lvl7pPr lvl="6"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7pPr>
            <a:lvl8pPr lvl="7"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8pPr>
            <a:lvl9pPr lvl="8"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9pPr>
          </a:lstStyle>
          <a:p>
            <a:r>
              <a:t>xx%</a:t>
            </a:r>
          </a:p>
        </p:txBody>
      </p:sp>
      <p:grpSp>
        <p:nvGrpSpPr>
          <p:cNvPr id="40" name="Google Shape;40;p3"/>
          <p:cNvGrpSpPr/>
          <p:nvPr/>
        </p:nvGrpSpPr>
        <p:grpSpPr>
          <a:xfrm>
            <a:off x="-10" y="-2237114"/>
            <a:ext cx="9822707" cy="9720614"/>
            <a:chOff x="-10" y="-2237114"/>
            <a:chExt cx="9822707" cy="9720614"/>
          </a:xfrm>
        </p:grpSpPr>
        <p:sp>
          <p:nvSpPr>
            <p:cNvPr id="41" name="Google Shape;41;p3"/>
            <p:cNvSpPr/>
            <p:nvPr/>
          </p:nvSpPr>
          <p:spPr>
            <a:xfrm rot="10800000">
              <a:off x="4707290" y="-2237114"/>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10" y="4465961"/>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flipH="1">
            <a:off x="-1344315" y="539496"/>
            <a:ext cx="3074607" cy="453954"/>
            <a:chOff x="5478797" y="847321"/>
            <a:chExt cx="3074607" cy="453954"/>
          </a:xfrm>
        </p:grpSpPr>
        <p:grpSp>
          <p:nvGrpSpPr>
            <p:cNvPr id="44" name="Google Shape;44;p3"/>
            <p:cNvGrpSpPr/>
            <p:nvPr/>
          </p:nvGrpSpPr>
          <p:grpSpPr>
            <a:xfrm flipH="1">
              <a:off x="5675409" y="922405"/>
              <a:ext cx="2877996" cy="223763"/>
              <a:chOff x="1687059" y="2012316"/>
              <a:chExt cx="3573375" cy="277863"/>
            </a:xfrm>
          </p:grpSpPr>
          <p:sp>
            <p:nvSpPr>
              <p:cNvPr id="45" name="Google Shape;45;p3"/>
              <p:cNvSpPr/>
              <p:nvPr/>
            </p:nvSpPr>
            <p:spPr>
              <a:xfrm>
                <a:off x="1687059" y="2012316"/>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46" name="Google Shape;46;p3"/>
              <p:cNvSpPr/>
              <p:nvPr/>
            </p:nvSpPr>
            <p:spPr>
              <a:xfrm>
                <a:off x="5203734" y="2233479"/>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47;p3"/>
            <p:cNvGrpSpPr/>
            <p:nvPr/>
          </p:nvGrpSpPr>
          <p:grpSpPr>
            <a:xfrm flipH="1">
              <a:off x="5478797" y="1255615"/>
              <a:ext cx="3010303" cy="45661"/>
              <a:chOff x="1766900" y="2869225"/>
              <a:chExt cx="3737650" cy="56700"/>
            </a:xfrm>
          </p:grpSpPr>
          <p:cxnSp>
            <p:nvCxnSpPr>
              <p:cNvPr id="48" name="Google Shape;48;p3"/>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49" name="Google Shape;49;p3"/>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3"/>
            <p:cNvGrpSpPr/>
            <p:nvPr/>
          </p:nvGrpSpPr>
          <p:grpSpPr>
            <a:xfrm flipH="1">
              <a:off x="6072799" y="847321"/>
              <a:ext cx="2430997" cy="185534"/>
              <a:chOff x="1748547" y="1392116"/>
              <a:chExt cx="5911958" cy="451312"/>
            </a:xfrm>
          </p:grpSpPr>
          <p:sp>
            <p:nvSpPr>
              <p:cNvPr id="51" name="Google Shape;51;p3"/>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3"/>
        <p:cNvGrpSpPr/>
        <p:nvPr/>
      </p:nvGrpSpPr>
      <p:grpSpPr>
        <a:xfrm>
          <a:off x="0" y="0"/>
          <a:ext cx="0" cy="0"/>
          <a:chOff x="0" y="0"/>
          <a:chExt cx="0" cy="0"/>
        </a:xfrm>
      </p:grpSpPr>
      <p:grpSp>
        <p:nvGrpSpPr>
          <p:cNvPr id="54" name="Google Shape;54;p4"/>
          <p:cNvGrpSpPr/>
          <p:nvPr/>
        </p:nvGrpSpPr>
        <p:grpSpPr>
          <a:xfrm>
            <a:off x="7852085" y="4186321"/>
            <a:ext cx="3074607" cy="453954"/>
            <a:chOff x="5478797" y="847321"/>
            <a:chExt cx="3074607" cy="453954"/>
          </a:xfrm>
        </p:grpSpPr>
        <p:grpSp>
          <p:nvGrpSpPr>
            <p:cNvPr id="55" name="Google Shape;55;p4"/>
            <p:cNvGrpSpPr/>
            <p:nvPr/>
          </p:nvGrpSpPr>
          <p:grpSpPr>
            <a:xfrm flipH="1">
              <a:off x="5675409" y="922405"/>
              <a:ext cx="2877996" cy="223763"/>
              <a:chOff x="1687059" y="2012316"/>
              <a:chExt cx="3573375" cy="277863"/>
            </a:xfrm>
          </p:grpSpPr>
          <p:sp>
            <p:nvSpPr>
              <p:cNvPr id="56" name="Google Shape;56;p4"/>
              <p:cNvSpPr/>
              <p:nvPr/>
            </p:nvSpPr>
            <p:spPr>
              <a:xfrm>
                <a:off x="1687059" y="2012316"/>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57" name="Google Shape;57;p4"/>
              <p:cNvSpPr/>
              <p:nvPr/>
            </p:nvSpPr>
            <p:spPr>
              <a:xfrm>
                <a:off x="5203734" y="2233479"/>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4"/>
            <p:cNvGrpSpPr/>
            <p:nvPr/>
          </p:nvGrpSpPr>
          <p:grpSpPr>
            <a:xfrm flipH="1">
              <a:off x="6072799" y="847321"/>
              <a:ext cx="2430997" cy="185534"/>
              <a:chOff x="1748547" y="1392116"/>
              <a:chExt cx="5911958" cy="451312"/>
            </a:xfrm>
          </p:grpSpPr>
          <p:sp>
            <p:nvSpPr>
              <p:cNvPr id="59" name="Google Shape;59;p4"/>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60" name="Google Shape;60;p4"/>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 name="Google Shape;61;p4"/>
            <p:cNvGrpSpPr/>
            <p:nvPr/>
          </p:nvGrpSpPr>
          <p:grpSpPr>
            <a:xfrm flipH="1">
              <a:off x="5478797" y="1255615"/>
              <a:ext cx="3010303" cy="45661"/>
              <a:chOff x="1766900" y="2869225"/>
              <a:chExt cx="3737650" cy="56700"/>
            </a:xfrm>
          </p:grpSpPr>
          <p:cxnSp>
            <p:nvCxnSpPr>
              <p:cNvPr id="62" name="Google Shape;62;p4"/>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63" name="Google Shape;63;p4"/>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4" name="Google Shape;64;p4"/>
          <p:cNvGrpSpPr/>
          <p:nvPr/>
        </p:nvGrpSpPr>
        <p:grpSpPr>
          <a:xfrm>
            <a:off x="-522276" y="-1302097"/>
            <a:ext cx="7191391" cy="7853482"/>
            <a:chOff x="-522276" y="-1302097"/>
            <a:chExt cx="7191391" cy="7853482"/>
          </a:xfrm>
        </p:grpSpPr>
        <p:sp>
          <p:nvSpPr>
            <p:cNvPr id="65" name="Google Shape;65;p4"/>
            <p:cNvSpPr/>
            <p:nvPr/>
          </p:nvSpPr>
          <p:spPr>
            <a:xfrm flipH="1">
              <a:off x="3148717" y="4709785"/>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rot="10800000" flipH="1">
              <a:off x="-522276" y="-1302097"/>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 name="Google Shape;67;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8" name="Google Shape;68;p4"/>
          <p:cNvSpPr txBox="1">
            <a:spLocks noGrp="1"/>
          </p:cNvSpPr>
          <p:nvPr>
            <p:ph type="body" idx="1"/>
          </p:nvPr>
        </p:nvSpPr>
        <p:spPr>
          <a:xfrm>
            <a:off x="720000" y="1065989"/>
            <a:ext cx="7704000" cy="342000"/>
          </a:xfrm>
          <a:prstGeom prst="rect">
            <a:avLst/>
          </a:prstGeom>
        </p:spPr>
        <p:txBody>
          <a:bodyPr spcFirstLastPara="1" wrap="square" lIns="91425" tIns="91425" rIns="91425" bIns="91425" anchor="t" anchorCtr="0">
            <a:noAutofit/>
          </a:bodyPr>
          <a:lstStyle>
            <a:lvl1pPr marL="457200" lvl="0" indent="-304800" algn="ctr" rtl="0">
              <a:spcBef>
                <a:spcPts val="0"/>
              </a:spcBef>
              <a:spcAft>
                <a:spcPts val="0"/>
              </a:spcAft>
              <a:buSzPts val="1200"/>
              <a:buFont typeface="Nunito Light"/>
              <a:buChar char="●"/>
              <a:defRPr>
                <a:solidFill>
                  <a:schemeClr val="hlink"/>
                </a:solidFill>
                <a:latin typeface="Barlow"/>
                <a:ea typeface="Barlow"/>
                <a:cs typeface="Barlow"/>
                <a:sym typeface="Barlow"/>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sp>
        <p:nvSpPr>
          <p:cNvPr id="69" name="Google Shape;69;p4"/>
          <p:cNvSpPr/>
          <p:nvPr/>
        </p:nvSpPr>
        <p:spPr>
          <a:xfrm flipH="1">
            <a:off x="6000549" y="4603999"/>
            <a:ext cx="1205478" cy="219752"/>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 name="Google Shape;70;p4"/>
          <p:cNvGrpSpPr/>
          <p:nvPr/>
        </p:nvGrpSpPr>
        <p:grpSpPr>
          <a:xfrm>
            <a:off x="4132575" y="4716825"/>
            <a:ext cx="5724316" cy="2084515"/>
            <a:chOff x="4132575" y="4716825"/>
            <a:chExt cx="5724316" cy="2084515"/>
          </a:xfrm>
        </p:grpSpPr>
        <p:sp>
          <p:nvSpPr>
            <p:cNvPr id="71" name="Google Shape;71;p4"/>
            <p:cNvSpPr/>
            <p:nvPr/>
          </p:nvSpPr>
          <p:spPr>
            <a:xfrm flipH="1">
              <a:off x="5361875" y="4716825"/>
              <a:ext cx="4495016" cy="2084515"/>
            </a:xfrm>
            <a:custGeom>
              <a:avLst/>
              <a:gdLst/>
              <a:ahLst/>
              <a:cxnLst/>
              <a:rect l="l" t="t" r="r" b="b"/>
              <a:pathLst>
                <a:path w="101749" h="47185" extrusionOk="0">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p:nvPr/>
          </p:nvSpPr>
          <p:spPr>
            <a:xfrm flipH="1">
              <a:off x="4132575" y="4716825"/>
              <a:ext cx="4495016" cy="2084515"/>
            </a:xfrm>
            <a:custGeom>
              <a:avLst/>
              <a:gdLst/>
              <a:ahLst/>
              <a:cxnLst/>
              <a:rect l="l" t="t" r="r" b="b"/>
              <a:pathLst>
                <a:path w="101749" h="47185" extrusionOk="0">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7"/>
        <p:cNvGrpSpPr/>
        <p:nvPr/>
      </p:nvGrpSpPr>
      <p:grpSpPr>
        <a:xfrm>
          <a:off x="0" y="0"/>
          <a:ext cx="0" cy="0"/>
          <a:chOff x="0" y="0"/>
          <a:chExt cx="0" cy="0"/>
        </a:xfrm>
      </p:grpSpPr>
      <p:grpSp>
        <p:nvGrpSpPr>
          <p:cNvPr id="138" name="Google Shape;138;p8"/>
          <p:cNvGrpSpPr/>
          <p:nvPr/>
        </p:nvGrpSpPr>
        <p:grpSpPr>
          <a:xfrm>
            <a:off x="-10" y="-1009617"/>
            <a:ext cx="9640083" cy="7443072"/>
            <a:chOff x="-10" y="-1009617"/>
            <a:chExt cx="9640083" cy="7443072"/>
          </a:xfrm>
        </p:grpSpPr>
        <p:sp>
          <p:nvSpPr>
            <p:cNvPr id="139" name="Google Shape;139;p8"/>
            <p:cNvSpPr/>
            <p:nvPr/>
          </p:nvSpPr>
          <p:spPr>
            <a:xfrm rot="10800000">
              <a:off x="6119674" y="-1009617"/>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rot="10800000" flipH="1">
              <a:off x="0" y="-82735"/>
              <a:ext cx="2227897" cy="1165463"/>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8"/>
            <p:cNvSpPr/>
            <p:nvPr/>
          </p:nvSpPr>
          <p:spPr>
            <a:xfrm flipH="1">
              <a:off x="-10" y="4522059"/>
              <a:ext cx="9294978" cy="1911396"/>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 name="Google Shape;142;p8"/>
          <p:cNvGrpSpPr/>
          <p:nvPr/>
        </p:nvGrpSpPr>
        <p:grpSpPr>
          <a:xfrm>
            <a:off x="2503206" y="5"/>
            <a:ext cx="7007334" cy="4699016"/>
            <a:chOff x="2503206" y="5"/>
            <a:chExt cx="7007334" cy="4699016"/>
          </a:xfrm>
        </p:grpSpPr>
        <p:grpSp>
          <p:nvGrpSpPr>
            <p:cNvPr id="143" name="Google Shape;143;p8"/>
            <p:cNvGrpSpPr/>
            <p:nvPr/>
          </p:nvGrpSpPr>
          <p:grpSpPr>
            <a:xfrm>
              <a:off x="2503206" y="5"/>
              <a:ext cx="5597879" cy="4699016"/>
              <a:chOff x="2503206" y="5"/>
              <a:chExt cx="5597879" cy="4699016"/>
            </a:xfrm>
          </p:grpSpPr>
          <p:sp>
            <p:nvSpPr>
              <p:cNvPr id="144" name="Google Shape;144;p8"/>
              <p:cNvSpPr/>
              <p:nvPr/>
            </p:nvSpPr>
            <p:spPr>
              <a:xfrm flipH="1">
                <a:off x="2503206" y="5"/>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8"/>
              <p:cNvSpPr/>
              <p:nvPr/>
            </p:nvSpPr>
            <p:spPr>
              <a:xfrm flipH="1">
                <a:off x="6868745" y="4467026"/>
                <a:ext cx="1232340" cy="231995"/>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 name="Google Shape;146;p8"/>
            <p:cNvGrpSpPr/>
            <p:nvPr/>
          </p:nvGrpSpPr>
          <p:grpSpPr>
            <a:xfrm>
              <a:off x="7937781" y="5"/>
              <a:ext cx="1572759" cy="183531"/>
              <a:chOff x="7937781" y="5"/>
              <a:chExt cx="1572759" cy="183531"/>
            </a:xfrm>
          </p:grpSpPr>
          <p:sp>
            <p:nvSpPr>
              <p:cNvPr id="147" name="Google Shape;147;p8"/>
              <p:cNvSpPr/>
              <p:nvPr/>
            </p:nvSpPr>
            <p:spPr>
              <a:xfrm>
                <a:off x="8503756" y="5"/>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8"/>
              <p:cNvSpPr/>
              <p:nvPr/>
            </p:nvSpPr>
            <p:spPr>
              <a:xfrm>
                <a:off x="7937781" y="5"/>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9" name="Google Shape;149;p8"/>
          <p:cNvGrpSpPr/>
          <p:nvPr/>
        </p:nvGrpSpPr>
        <p:grpSpPr>
          <a:xfrm>
            <a:off x="-1320285" y="-2292139"/>
            <a:ext cx="12455532" cy="9684964"/>
            <a:chOff x="-1320285" y="-2292139"/>
            <a:chExt cx="12455532" cy="9684964"/>
          </a:xfrm>
        </p:grpSpPr>
        <p:sp>
          <p:nvSpPr>
            <p:cNvPr id="150" name="Google Shape;150;p8"/>
            <p:cNvSpPr/>
            <p:nvPr/>
          </p:nvSpPr>
          <p:spPr>
            <a:xfrm flipH="1">
              <a:off x="6019840" y="4375286"/>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8"/>
            <p:cNvSpPr/>
            <p:nvPr/>
          </p:nvSpPr>
          <p:spPr>
            <a:xfrm rot="10800000" flipH="1">
              <a:off x="-1320285" y="-2292139"/>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8"/>
            <p:cNvSpPr/>
            <p:nvPr/>
          </p:nvSpPr>
          <p:spPr>
            <a:xfrm>
              <a:off x="-432453" y="4992033"/>
              <a:ext cx="3520400" cy="2076657"/>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 name="Google Shape;153;p8"/>
          <p:cNvSpPr txBox="1">
            <a:spLocks noGrp="1"/>
          </p:cNvSpPr>
          <p:nvPr>
            <p:ph type="title"/>
          </p:nvPr>
        </p:nvSpPr>
        <p:spPr>
          <a:xfrm>
            <a:off x="1768550" y="1636650"/>
            <a:ext cx="5607000" cy="18702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5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54" name="Google Shape;154;p8"/>
          <p:cNvGrpSpPr/>
          <p:nvPr/>
        </p:nvGrpSpPr>
        <p:grpSpPr>
          <a:xfrm>
            <a:off x="-1892403" y="831971"/>
            <a:ext cx="12928869" cy="3635055"/>
            <a:chOff x="-1892403" y="831971"/>
            <a:chExt cx="12928869" cy="3635055"/>
          </a:xfrm>
        </p:grpSpPr>
        <p:grpSp>
          <p:nvGrpSpPr>
            <p:cNvPr id="155" name="Google Shape;155;p8"/>
            <p:cNvGrpSpPr/>
            <p:nvPr/>
          </p:nvGrpSpPr>
          <p:grpSpPr>
            <a:xfrm flipH="1">
              <a:off x="7436679" y="831971"/>
              <a:ext cx="3599787" cy="1044104"/>
              <a:chOff x="-1431671" y="656496"/>
              <a:chExt cx="3599787" cy="1044104"/>
            </a:xfrm>
          </p:grpSpPr>
          <p:grpSp>
            <p:nvGrpSpPr>
              <p:cNvPr id="156" name="Google Shape;156;p8"/>
              <p:cNvGrpSpPr/>
              <p:nvPr/>
            </p:nvGrpSpPr>
            <p:grpSpPr>
              <a:xfrm>
                <a:off x="-368508" y="1432892"/>
                <a:ext cx="1567047" cy="45661"/>
                <a:chOff x="1754675" y="2661275"/>
                <a:chExt cx="1945675" cy="56700"/>
              </a:xfrm>
            </p:grpSpPr>
            <p:cxnSp>
              <p:nvCxnSpPr>
                <p:cNvPr id="157" name="Google Shape;157;p8"/>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158" name="Google Shape;158;p8"/>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8"/>
              <p:cNvGrpSpPr/>
              <p:nvPr/>
            </p:nvGrpSpPr>
            <p:grpSpPr>
              <a:xfrm>
                <a:off x="-766480" y="1564412"/>
                <a:ext cx="1561280" cy="136187"/>
                <a:chOff x="1754675" y="2824000"/>
                <a:chExt cx="4728285" cy="412439"/>
              </a:xfrm>
            </p:grpSpPr>
            <p:sp>
              <p:nvSpPr>
                <p:cNvPr id="160" name="Google Shape;160;p8"/>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161" name="Google Shape;161;p8"/>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 name="Google Shape;162;p8"/>
              <p:cNvGrpSpPr/>
              <p:nvPr/>
            </p:nvGrpSpPr>
            <p:grpSpPr>
              <a:xfrm>
                <a:off x="-1431671" y="1201087"/>
                <a:ext cx="3070084" cy="102364"/>
                <a:chOff x="1779150" y="2604263"/>
                <a:chExt cx="3811875" cy="127113"/>
              </a:xfrm>
            </p:grpSpPr>
            <p:sp>
              <p:nvSpPr>
                <p:cNvPr id="163" name="Google Shape;163;p8"/>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164" name="Google Shape;164;p8"/>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8"/>
              <p:cNvGrpSpPr/>
              <p:nvPr/>
            </p:nvGrpSpPr>
            <p:grpSpPr>
              <a:xfrm>
                <a:off x="-856941" y="773805"/>
                <a:ext cx="2877996" cy="223763"/>
                <a:chOff x="1748550" y="2064750"/>
                <a:chExt cx="3573375" cy="277863"/>
              </a:xfrm>
            </p:grpSpPr>
            <p:sp>
              <p:nvSpPr>
                <p:cNvPr id="166" name="Google Shape;166;p8"/>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167" name="Google Shape;167;p8"/>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 name="Google Shape;168;p8"/>
              <p:cNvGrpSpPr/>
              <p:nvPr/>
            </p:nvGrpSpPr>
            <p:grpSpPr>
              <a:xfrm>
                <a:off x="-856882" y="656496"/>
                <a:ext cx="2430997" cy="185534"/>
                <a:chOff x="1748547" y="1392116"/>
                <a:chExt cx="5911958" cy="451312"/>
              </a:xfrm>
            </p:grpSpPr>
            <p:sp>
              <p:nvSpPr>
                <p:cNvPr id="169" name="Google Shape;169;p8"/>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170" name="Google Shape;170;p8"/>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 name="Google Shape;171;p8"/>
              <p:cNvGrpSpPr/>
              <p:nvPr/>
            </p:nvGrpSpPr>
            <p:grpSpPr>
              <a:xfrm>
                <a:off x="-842187" y="1064790"/>
                <a:ext cx="3010303" cy="45661"/>
                <a:chOff x="1766900" y="2869225"/>
                <a:chExt cx="3737650" cy="56700"/>
              </a:xfrm>
            </p:grpSpPr>
            <p:cxnSp>
              <p:nvCxnSpPr>
                <p:cNvPr id="172" name="Google Shape;172;p8"/>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173" name="Google Shape;173;p8"/>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4" name="Google Shape;174;p8"/>
            <p:cNvGrpSpPr/>
            <p:nvPr/>
          </p:nvGrpSpPr>
          <p:grpSpPr>
            <a:xfrm>
              <a:off x="-1892403" y="3926990"/>
              <a:ext cx="3427062" cy="540036"/>
              <a:chOff x="-1366378" y="3596340"/>
              <a:chExt cx="3427062" cy="540036"/>
            </a:xfrm>
          </p:grpSpPr>
          <p:grpSp>
            <p:nvGrpSpPr>
              <p:cNvPr id="175" name="Google Shape;175;p8"/>
              <p:cNvGrpSpPr/>
              <p:nvPr/>
            </p:nvGrpSpPr>
            <p:grpSpPr>
              <a:xfrm>
                <a:off x="-1366378" y="4034012"/>
                <a:ext cx="3070084" cy="102364"/>
                <a:chOff x="1779150" y="2604263"/>
                <a:chExt cx="3811875" cy="127113"/>
              </a:xfrm>
            </p:grpSpPr>
            <p:sp>
              <p:nvSpPr>
                <p:cNvPr id="176" name="Google Shape;176;p8"/>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177" name="Google Shape;177;p8"/>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8"/>
              <p:cNvGrpSpPr/>
              <p:nvPr/>
            </p:nvGrpSpPr>
            <p:grpSpPr>
              <a:xfrm flipH="1">
                <a:off x="-949619" y="3596340"/>
                <a:ext cx="3010303" cy="380635"/>
                <a:chOff x="5446772" y="1743190"/>
                <a:chExt cx="3010303" cy="380635"/>
              </a:xfrm>
            </p:grpSpPr>
            <p:grpSp>
              <p:nvGrpSpPr>
                <p:cNvPr id="179" name="Google Shape;179;p8"/>
                <p:cNvGrpSpPr/>
                <p:nvPr/>
              </p:nvGrpSpPr>
              <p:grpSpPr>
                <a:xfrm flipH="1">
                  <a:off x="5898325" y="1865405"/>
                  <a:ext cx="1567047" cy="45661"/>
                  <a:chOff x="1754675" y="2661275"/>
                  <a:chExt cx="1945675" cy="56700"/>
                </a:xfrm>
              </p:grpSpPr>
              <p:cxnSp>
                <p:nvCxnSpPr>
                  <p:cNvPr id="180" name="Google Shape;180;p8"/>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181" name="Google Shape;181;p8"/>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 name="Google Shape;182;p8"/>
                <p:cNvGrpSpPr/>
                <p:nvPr/>
              </p:nvGrpSpPr>
              <p:grpSpPr>
                <a:xfrm flipH="1">
                  <a:off x="5477439" y="1987637"/>
                  <a:ext cx="1561280" cy="136187"/>
                  <a:chOff x="1754675" y="2824000"/>
                  <a:chExt cx="4728285" cy="412439"/>
                </a:xfrm>
              </p:grpSpPr>
              <p:sp>
                <p:nvSpPr>
                  <p:cNvPr id="183" name="Google Shape;183;p8"/>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184" name="Google Shape;184;p8"/>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 name="Google Shape;185;p8"/>
                <p:cNvGrpSpPr/>
                <p:nvPr/>
              </p:nvGrpSpPr>
              <p:grpSpPr>
                <a:xfrm flipH="1">
                  <a:off x="5446772" y="1743190"/>
                  <a:ext cx="3010303" cy="45661"/>
                  <a:chOff x="1766900" y="2869225"/>
                  <a:chExt cx="3737650" cy="56700"/>
                </a:xfrm>
              </p:grpSpPr>
              <p:cxnSp>
                <p:nvCxnSpPr>
                  <p:cNvPr id="186" name="Google Shape;186;p8"/>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187" name="Google Shape;187;p8"/>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23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434"/>
        <p:cNvGrpSpPr/>
        <p:nvPr/>
      </p:nvGrpSpPr>
      <p:grpSpPr>
        <a:xfrm>
          <a:off x="0" y="0"/>
          <a:ext cx="0" cy="0"/>
          <a:chOff x="0" y="0"/>
          <a:chExt cx="0" cy="0"/>
        </a:xfrm>
      </p:grpSpPr>
      <p:sp>
        <p:nvSpPr>
          <p:cNvPr id="435" name="Google Shape;435;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36" name="Google Shape;436;p21"/>
          <p:cNvSpPr txBox="1">
            <a:spLocks noGrp="1"/>
          </p:cNvSpPr>
          <p:nvPr>
            <p:ph type="subTitle" idx="1"/>
          </p:nvPr>
        </p:nvSpPr>
        <p:spPr>
          <a:xfrm>
            <a:off x="4755095" y="1667625"/>
            <a:ext cx="3040800" cy="21036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37" name="Google Shape;437;p21"/>
          <p:cNvSpPr txBox="1">
            <a:spLocks noGrp="1"/>
          </p:cNvSpPr>
          <p:nvPr>
            <p:ph type="subTitle" idx="2"/>
          </p:nvPr>
        </p:nvSpPr>
        <p:spPr>
          <a:xfrm>
            <a:off x="1348100" y="1667625"/>
            <a:ext cx="3040800" cy="21036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438" name="Google Shape;438;p21"/>
          <p:cNvGrpSpPr/>
          <p:nvPr/>
        </p:nvGrpSpPr>
        <p:grpSpPr>
          <a:xfrm rot="10800000">
            <a:off x="-106737" y="-1645006"/>
            <a:ext cx="9548249" cy="7357518"/>
            <a:chOff x="-1311525" y="-1414418"/>
            <a:chExt cx="9548249" cy="7357518"/>
          </a:xfrm>
        </p:grpSpPr>
        <p:sp>
          <p:nvSpPr>
            <p:cNvPr id="439" name="Google Shape;439;p21"/>
            <p:cNvSpPr/>
            <p:nvPr/>
          </p:nvSpPr>
          <p:spPr>
            <a:xfrm rot="10800000">
              <a:off x="-1311525" y="-1414418"/>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0" name="Google Shape;440;p21"/>
            <p:cNvSpPr/>
            <p:nvPr/>
          </p:nvSpPr>
          <p:spPr>
            <a:xfrm flipH="1">
              <a:off x="-1120750" y="4056069"/>
              <a:ext cx="9357474" cy="1887032"/>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41" name="Google Shape;441;p21"/>
          <p:cNvSpPr/>
          <p:nvPr/>
        </p:nvSpPr>
        <p:spPr>
          <a:xfrm rot="10800000" flipH="1">
            <a:off x="5675306" y="4959976"/>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2" name="Google Shape;442;p21"/>
          <p:cNvGrpSpPr/>
          <p:nvPr/>
        </p:nvGrpSpPr>
        <p:grpSpPr>
          <a:xfrm rot="10800000">
            <a:off x="-1228535" y="-1130234"/>
            <a:ext cx="11726682" cy="8568910"/>
            <a:chOff x="-2306160" y="-3140581"/>
            <a:chExt cx="11726682" cy="8568910"/>
          </a:xfrm>
        </p:grpSpPr>
        <p:sp>
          <p:nvSpPr>
            <p:cNvPr id="443" name="Google Shape;443;p21"/>
            <p:cNvSpPr/>
            <p:nvPr/>
          </p:nvSpPr>
          <p:spPr>
            <a:xfrm rot="10800000" flipH="1">
              <a:off x="-2306160" y="-3140581"/>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4" name="Google Shape;444;p21"/>
            <p:cNvSpPr/>
            <p:nvPr/>
          </p:nvSpPr>
          <p:spPr>
            <a:xfrm rot="10800000" flipH="1">
              <a:off x="7082099" y="4876491"/>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5" name="Google Shape;445;p21"/>
            <p:cNvSpPr/>
            <p:nvPr/>
          </p:nvSpPr>
          <p:spPr>
            <a:xfrm>
              <a:off x="6615250" y="3890920"/>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446" name="Google Shape;446;p21"/>
          <p:cNvGrpSpPr/>
          <p:nvPr/>
        </p:nvGrpSpPr>
        <p:grpSpPr>
          <a:xfrm rot="10800000" flipH="1">
            <a:off x="-1315487" y="4349469"/>
            <a:ext cx="3296400" cy="703085"/>
            <a:chOff x="-12" y="3628590"/>
            <a:chExt cx="3296400" cy="703085"/>
          </a:xfrm>
        </p:grpSpPr>
        <p:grpSp>
          <p:nvGrpSpPr>
            <p:cNvPr id="447" name="Google Shape;447;p21"/>
            <p:cNvGrpSpPr/>
            <p:nvPr/>
          </p:nvGrpSpPr>
          <p:grpSpPr>
            <a:xfrm>
              <a:off x="854867" y="3996692"/>
              <a:ext cx="1567047" cy="45661"/>
              <a:chOff x="1754675" y="2661275"/>
              <a:chExt cx="1945675" cy="56700"/>
            </a:xfrm>
          </p:grpSpPr>
          <p:cxnSp>
            <p:nvCxnSpPr>
              <p:cNvPr id="448" name="Google Shape;448;p21"/>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449" name="Google Shape;449;p21"/>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 name="Google Shape;450;p21"/>
            <p:cNvGrpSpPr/>
            <p:nvPr/>
          </p:nvGrpSpPr>
          <p:grpSpPr>
            <a:xfrm>
              <a:off x="518420" y="4195487"/>
              <a:ext cx="1561280" cy="136187"/>
              <a:chOff x="1754675" y="2824000"/>
              <a:chExt cx="4728285" cy="412439"/>
            </a:xfrm>
          </p:grpSpPr>
          <p:sp>
            <p:nvSpPr>
              <p:cNvPr id="451" name="Google Shape;451;p21"/>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452" name="Google Shape;452;p21"/>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3" name="Google Shape;453;p21"/>
            <p:cNvGrpSpPr/>
            <p:nvPr/>
          </p:nvGrpSpPr>
          <p:grpSpPr>
            <a:xfrm>
              <a:off x="226304" y="3764887"/>
              <a:ext cx="3070084" cy="102364"/>
              <a:chOff x="1779150" y="2604263"/>
              <a:chExt cx="3811875" cy="127113"/>
            </a:xfrm>
          </p:grpSpPr>
          <p:sp>
            <p:nvSpPr>
              <p:cNvPr id="454" name="Google Shape;454;p21"/>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455" name="Google Shape;455;p21"/>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6" name="Google Shape;456;p21"/>
            <p:cNvGrpSpPr/>
            <p:nvPr/>
          </p:nvGrpSpPr>
          <p:grpSpPr>
            <a:xfrm>
              <a:off x="-12" y="3628590"/>
              <a:ext cx="3010303" cy="45661"/>
              <a:chOff x="1766900" y="2869225"/>
              <a:chExt cx="3737650" cy="56700"/>
            </a:xfrm>
          </p:grpSpPr>
          <p:cxnSp>
            <p:nvCxnSpPr>
              <p:cNvPr id="457" name="Google Shape;457;p21"/>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458" name="Google Shape;458;p21"/>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710"/>
        <p:cNvGrpSpPr/>
        <p:nvPr/>
      </p:nvGrpSpPr>
      <p:grpSpPr>
        <a:xfrm>
          <a:off x="0" y="0"/>
          <a:ext cx="0" cy="0"/>
          <a:chOff x="0" y="0"/>
          <a:chExt cx="0" cy="0"/>
        </a:xfrm>
      </p:grpSpPr>
      <p:grpSp>
        <p:nvGrpSpPr>
          <p:cNvPr id="711" name="Google Shape;711;p31"/>
          <p:cNvGrpSpPr/>
          <p:nvPr/>
        </p:nvGrpSpPr>
        <p:grpSpPr>
          <a:xfrm rot="10800000">
            <a:off x="-1889528" y="158865"/>
            <a:ext cx="3010303" cy="380635"/>
            <a:chOff x="5446772" y="1743190"/>
            <a:chExt cx="3010303" cy="380635"/>
          </a:xfrm>
        </p:grpSpPr>
        <p:grpSp>
          <p:nvGrpSpPr>
            <p:cNvPr id="712" name="Google Shape;712;p31"/>
            <p:cNvGrpSpPr/>
            <p:nvPr/>
          </p:nvGrpSpPr>
          <p:grpSpPr>
            <a:xfrm flipH="1">
              <a:off x="5898325" y="1865405"/>
              <a:ext cx="1567047" cy="45661"/>
              <a:chOff x="1754675" y="2661275"/>
              <a:chExt cx="1945675" cy="56700"/>
            </a:xfrm>
          </p:grpSpPr>
          <p:cxnSp>
            <p:nvCxnSpPr>
              <p:cNvPr id="713" name="Google Shape;713;p31"/>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714" name="Google Shape;714;p31"/>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5" name="Google Shape;715;p31"/>
            <p:cNvGrpSpPr/>
            <p:nvPr/>
          </p:nvGrpSpPr>
          <p:grpSpPr>
            <a:xfrm flipH="1">
              <a:off x="5477439" y="1987637"/>
              <a:ext cx="1561280" cy="136187"/>
              <a:chOff x="1754675" y="2824000"/>
              <a:chExt cx="4728285" cy="412439"/>
            </a:xfrm>
          </p:grpSpPr>
          <p:sp>
            <p:nvSpPr>
              <p:cNvPr id="716" name="Google Shape;716;p31"/>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717" name="Google Shape;717;p31"/>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 name="Google Shape;718;p31"/>
            <p:cNvGrpSpPr/>
            <p:nvPr/>
          </p:nvGrpSpPr>
          <p:grpSpPr>
            <a:xfrm flipH="1">
              <a:off x="5446772" y="1743190"/>
              <a:ext cx="3010303" cy="45661"/>
              <a:chOff x="1766900" y="2869225"/>
              <a:chExt cx="3737650" cy="56700"/>
            </a:xfrm>
          </p:grpSpPr>
          <p:cxnSp>
            <p:nvCxnSpPr>
              <p:cNvPr id="719" name="Google Shape;719;p31"/>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720" name="Google Shape;720;p31"/>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21" name="Google Shape;721;p31"/>
          <p:cNvGrpSpPr/>
          <p:nvPr/>
        </p:nvGrpSpPr>
        <p:grpSpPr>
          <a:xfrm flipH="1">
            <a:off x="1347409" y="-265593"/>
            <a:ext cx="9294978" cy="6913322"/>
            <a:chOff x="-201828" y="-265593"/>
            <a:chExt cx="9294978" cy="6913322"/>
          </a:xfrm>
        </p:grpSpPr>
        <p:sp>
          <p:nvSpPr>
            <p:cNvPr id="722" name="Google Shape;722;p31"/>
            <p:cNvSpPr/>
            <p:nvPr/>
          </p:nvSpPr>
          <p:spPr>
            <a:xfrm>
              <a:off x="-201828" y="4736333"/>
              <a:ext cx="9294978" cy="1911396"/>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1"/>
            <p:cNvSpPr/>
            <p:nvPr/>
          </p:nvSpPr>
          <p:spPr>
            <a:xfrm rot="10800000" flipH="1">
              <a:off x="1175807" y="-265593"/>
              <a:ext cx="1539180" cy="805095"/>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4" name="Google Shape;724;p31"/>
          <p:cNvSpPr/>
          <p:nvPr/>
        </p:nvSpPr>
        <p:spPr>
          <a:xfrm rot="10800000">
            <a:off x="794659" y="4876484"/>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1"/>
          <p:cNvSpPr/>
          <p:nvPr/>
        </p:nvSpPr>
        <p:spPr>
          <a:xfrm flipH="1">
            <a:off x="-561113" y="4230050"/>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726"/>
        <p:cNvGrpSpPr/>
        <p:nvPr/>
      </p:nvGrpSpPr>
      <p:grpSpPr>
        <a:xfrm>
          <a:off x="0" y="0"/>
          <a:ext cx="0" cy="0"/>
          <a:chOff x="0" y="0"/>
          <a:chExt cx="0" cy="0"/>
        </a:xfrm>
      </p:grpSpPr>
      <p:grpSp>
        <p:nvGrpSpPr>
          <p:cNvPr id="727" name="Google Shape;727;p32"/>
          <p:cNvGrpSpPr/>
          <p:nvPr/>
        </p:nvGrpSpPr>
        <p:grpSpPr>
          <a:xfrm flipH="1">
            <a:off x="-2028096" y="-1770656"/>
            <a:ext cx="4007050" cy="2363739"/>
            <a:chOff x="6549401" y="-1824231"/>
            <a:chExt cx="4007050" cy="2363739"/>
          </a:xfrm>
        </p:grpSpPr>
        <p:sp>
          <p:nvSpPr>
            <p:cNvPr id="728" name="Google Shape;728;p32"/>
            <p:cNvSpPr/>
            <p:nvPr/>
          </p:nvSpPr>
          <p:spPr>
            <a:xfrm>
              <a:off x="7695191" y="307513"/>
              <a:ext cx="1232340" cy="231995"/>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2"/>
            <p:cNvSpPr/>
            <p:nvPr/>
          </p:nvSpPr>
          <p:spPr>
            <a:xfrm rot="10800000">
              <a:off x="6549401" y="-1824231"/>
              <a:ext cx="4007050" cy="2363728"/>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 name="Google Shape;730;p32"/>
          <p:cNvGrpSpPr/>
          <p:nvPr/>
        </p:nvGrpSpPr>
        <p:grpSpPr>
          <a:xfrm flipH="1">
            <a:off x="7391104" y="241540"/>
            <a:ext cx="3296400" cy="703085"/>
            <a:chOff x="-12" y="3628590"/>
            <a:chExt cx="3296400" cy="703085"/>
          </a:xfrm>
        </p:grpSpPr>
        <p:grpSp>
          <p:nvGrpSpPr>
            <p:cNvPr id="731" name="Google Shape;731;p32"/>
            <p:cNvGrpSpPr/>
            <p:nvPr/>
          </p:nvGrpSpPr>
          <p:grpSpPr>
            <a:xfrm>
              <a:off x="854867" y="3996692"/>
              <a:ext cx="1567047" cy="45661"/>
              <a:chOff x="1754675" y="2661275"/>
              <a:chExt cx="1945675" cy="56700"/>
            </a:xfrm>
          </p:grpSpPr>
          <p:cxnSp>
            <p:nvCxnSpPr>
              <p:cNvPr id="732" name="Google Shape;732;p32"/>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733" name="Google Shape;733;p32"/>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4" name="Google Shape;734;p32"/>
            <p:cNvGrpSpPr/>
            <p:nvPr/>
          </p:nvGrpSpPr>
          <p:grpSpPr>
            <a:xfrm>
              <a:off x="518420" y="4195487"/>
              <a:ext cx="1561280" cy="136187"/>
              <a:chOff x="1754675" y="2824000"/>
              <a:chExt cx="4728285" cy="412439"/>
            </a:xfrm>
          </p:grpSpPr>
          <p:sp>
            <p:nvSpPr>
              <p:cNvPr id="735" name="Google Shape;735;p32"/>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736" name="Google Shape;736;p32"/>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 name="Google Shape;737;p32"/>
            <p:cNvGrpSpPr/>
            <p:nvPr/>
          </p:nvGrpSpPr>
          <p:grpSpPr>
            <a:xfrm>
              <a:off x="226304" y="3764887"/>
              <a:ext cx="3070084" cy="102364"/>
              <a:chOff x="1779150" y="2604263"/>
              <a:chExt cx="3811875" cy="127113"/>
            </a:xfrm>
          </p:grpSpPr>
          <p:sp>
            <p:nvSpPr>
              <p:cNvPr id="738" name="Google Shape;738;p32"/>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739" name="Google Shape;739;p32"/>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0" name="Google Shape;740;p32"/>
            <p:cNvGrpSpPr/>
            <p:nvPr/>
          </p:nvGrpSpPr>
          <p:grpSpPr>
            <a:xfrm>
              <a:off x="-12" y="3628590"/>
              <a:ext cx="3010303" cy="45661"/>
              <a:chOff x="1766900" y="2869225"/>
              <a:chExt cx="3737650" cy="56700"/>
            </a:xfrm>
          </p:grpSpPr>
          <p:cxnSp>
            <p:nvCxnSpPr>
              <p:cNvPr id="741" name="Google Shape;741;p32"/>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742" name="Google Shape;742;p32"/>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43" name="Google Shape;743;p32"/>
          <p:cNvGrpSpPr/>
          <p:nvPr/>
        </p:nvGrpSpPr>
        <p:grpSpPr>
          <a:xfrm flipH="1">
            <a:off x="-1341650" y="-685669"/>
            <a:ext cx="10751988" cy="7671703"/>
            <a:chOff x="-881984" y="-739244"/>
            <a:chExt cx="10751988" cy="7671703"/>
          </a:xfrm>
        </p:grpSpPr>
        <p:sp>
          <p:nvSpPr>
            <p:cNvPr id="744" name="Google Shape;744;p32"/>
            <p:cNvSpPr/>
            <p:nvPr/>
          </p:nvSpPr>
          <p:spPr>
            <a:xfrm flipH="1">
              <a:off x="5675437" y="4457952"/>
              <a:ext cx="4194567" cy="2474507"/>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2"/>
            <p:cNvSpPr/>
            <p:nvPr/>
          </p:nvSpPr>
          <p:spPr>
            <a:xfrm rot="10800000" flipH="1">
              <a:off x="-881984" y="-739244"/>
              <a:ext cx="1959133" cy="1024867"/>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6" name="Google Shape;746;p32"/>
          <p:cNvSpPr/>
          <p:nvPr/>
        </p:nvSpPr>
        <p:spPr>
          <a:xfrm flipH="1">
            <a:off x="-417877" y="511088"/>
            <a:ext cx="1232340" cy="231995"/>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2"/>
          <p:cNvSpPr/>
          <p:nvPr/>
        </p:nvSpPr>
        <p:spPr>
          <a:xfrm rot="10800000" flipH="1">
            <a:off x="-621671" y="-1770656"/>
            <a:ext cx="4007050" cy="2363728"/>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600"/>
              <a:buFont typeface="Poppins Black"/>
              <a:buNone/>
              <a:defRPr sz="2600">
                <a:solidFill>
                  <a:schemeClr val="dk1"/>
                </a:solidFill>
                <a:latin typeface="Poppins Black"/>
                <a:ea typeface="Poppins Black"/>
                <a:cs typeface="Poppins Black"/>
                <a:sym typeface="Poppins Black"/>
              </a:defRPr>
            </a:lvl1pPr>
            <a:lvl2pPr lvl="1"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2pPr>
            <a:lvl3pPr lvl="2"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3pPr>
            <a:lvl4pPr lvl="3"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4pPr>
            <a:lvl5pPr lvl="4"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5pPr>
            <a:lvl6pPr lvl="5"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6pPr>
            <a:lvl7pPr lvl="6"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7pPr>
            <a:lvl8pPr lvl="7"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8pPr>
            <a:lvl9pPr lvl="8"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1pPr>
            <a:lvl2pPr marL="914400" lvl="1"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2pPr>
            <a:lvl3pPr marL="1371600" lvl="2"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3pPr>
            <a:lvl4pPr marL="1828800" lvl="3"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4pPr>
            <a:lvl5pPr marL="2286000" lvl="4"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5pPr>
            <a:lvl6pPr marL="2743200" lvl="5"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6pPr>
            <a:lvl7pPr marL="3200400" lvl="6"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7pPr>
            <a:lvl8pPr marL="3657600" lvl="7"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8pPr>
            <a:lvl9pPr marL="4114800" lvl="8"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4" r:id="rId4"/>
    <p:sldLayoutId id="2147483658" r:id="rId5"/>
    <p:sldLayoutId id="2147483667" r:id="rId6"/>
    <p:sldLayoutId id="2147483677" r:id="rId7"/>
    <p:sldLayoutId id="2147483678"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9" name="Google Shape;759;p36"/>
          <p:cNvSpPr txBox="1">
            <a:spLocks noGrp="1"/>
          </p:cNvSpPr>
          <p:nvPr>
            <p:ph type="ctrTitle"/>
          </p:nvPr>
        </p:nvSpPr>
        <p:spPr>
          <a:xfrm>
            <a:off x="174171" y="1528071"/>
            <a:ext cx="8525691" cy="123254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200" dirty="0"/>
              <a:t>DATA STRUCTURES &amp; ALGORITHMS</a:t>
            </a:r>
            <a:endParaRPr sz="3200" dirty="0"/>
          </a:p>
        </p:txBody>
      </p:sp>
      <p:grpSp>
        <p:nvGrpSpPr>
          <p:cNvPr id="760" name="Google Shape;760;p36"/>
          <p:cNvGrpSpPr/>
          <p:nvPr/>
        </p:nvGrpSpPr>
        <p:grpSpPr>
          <a:xfrm rot="10800000">
            <a:off x="6662200" y="3637323"/>
            <a:ext cx="3537150" cy="626797"/>
            <a:chOff x="1199232" y="2120038"/>
            <a:chExt cx="4391793" cy="778340"/>
          </a:xfrm>
        </p:grpSpPr>
        <p:grpSp>
          <p:nvGrpSpPr>
            <p:cNvPr id="761" name="Google Shape;761;p36"/>
            <p:cNvGrpSpPr/>
            <p:nvPr/>
          </p:nvGrpSpPr>
          <p:grpSpPr>
            <a:xfrm>
              <a:off x="2227732" y="2577138"/>
              <a:ext cx="1945675" cy="56700"/>
              <a:chOff x="2227732" y="2661275"/>
              <a:chExt cx="1945675" cy="56700"/>
            </a:xfrm>
          </p:grpSpPr>
          <p:cxnSp>
            <p:nvCxnSpPr>
              <p:cNvPr id="762" name="Google Shape;762;p36"/>
              <p:cNvCxnSpPr/>
              <p:nvPr/>
            </p:nvCxnSpPr>
            <p:spPr>
              <a:xfrm>
                <a:off x="2227732"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763" name="Google Shape;763;p36"/>
              <p:cNvSpPr/>
              <p:nvPr/>
            </p:nvSpPr>
            <p:spPr>
              <a:xfrm>
                <a:off x="4116707"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 name="Google Shape;764;p36"/>
            <p:cNvGrpSpPr/>
            <p:nvPr/>
          </p:nvGrpSpPr>
          <p:grpSpPr>
            <a:xfrm>
              <a:off x="1943838" y="2729277"/>
              <a:ext cx="1938597" cy="169100"/>
              <a:chOff x="2216194" y="2593212"/>
              <a:chExt cx="4728285" cy="412439"/>
            </a:xfrm>
          </p:grpSpPr>
          <p:sp>
            <p:nvSpPr>
              <p:cNvPr id="765" name="Google Shape;765;p36"/>
              <p:cNvSpPr/>
              <p:nvPr/>
            </p:nvSpPr>
            <p:spPr>
              <a:xfrm>
                <a:off x="2216194" y="2593212"/>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766" name="Google Shape;766;p36"/>
              <p:cNvSpPr/>
              <p:nvPr/>
            </p:nvSpPr>
            <p:spPr>
              <a:xfrm>
                <a:off x="6810079" y="2871251"/>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7" name="Google Shape;767;p36"/>
            <p:cNvGrpSpPr/>
            <p:nvPr/>
          </p:nvGrpSpPr>
          <p:grpSpPr>
            <a:xfrm>
              <a:off x="1779150" y="2289288"/>
              <a:ext cx="3811875" cy="127113"/>
              <a:chOff x="1779150" y="2604263"/>
              <a:chExt cx="3811875" cy="127113"/>
            </a:xfrm>
          </p:grpSpPr>
          <p:sp>
            <p:nvSpPr>
              <p:cNvPr id="768" name="Google Shape;768;p36"/>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769" name="Google Shape;769;p36"/>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0" name="Google Shape;770;p36"/>
            <p:cNvGrpSpPr/>
            <p:nvPr/>
          </p:nvGrpSpPr>
          <p:grpSpPr>
            <a:xfrm>
              <a:off x="1199232" y="2120038"/>
              <a:ext cx="3737650" cy="56700"/>
              <a:chOff x="1199232" y="2869225"/>
              <a:chExt cx="3737650" cy="56700"/>
            </a:xfrm>
          </p:grpSpPr>
          <p:cxnSp>
            <p:nvCxnSpPr>
              <p:cNvPr id="771" name="Google Shape;771;p36"/>
              <p:cNvCxnSpPr/>
              <p:nvPr/>
            </p:nvCxnSpPr>
            <p:spPr>
              <a:xfrm>
                <a:off x="1199232"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772" name="Google Shape;772;p36"/>
              <p:cNvSpPr/>
              <p:nvPr/>
            </p:nvSpPr>
            <p:spPr>
              <a:xfrm>
                <a:off x="4880182"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73" name="Google Shape;773;p36"/>
          <p:cNvGrpSpPr/>
          <p:nvPr/>
        </p:nvGrpSpPr>
        <p:grpSpPr>
          <a:xfrm>
            <a:off x="-1696246" y="967904"/>
            <a:ext cx="3599787" cy="1044096"/>
            <a:chOff x="-1431671" y="656504"/>
            <a:chExt cx="3599787" cy="1044096"/>
          </a:xfrm>
        </p:grpSpPr>
        <p:grpSp>
          <p:nvGrpSpPr>
            <p:cNvPr id="774" name="Google Shape;774;p36"/>
            <p:cNvGrpSpPr/>
            <p:nvPr/>
          </p:nvGrpSpPr>
          <p:grpSpPr>
            <a:xfrm>
              <a:off x="-368508" y="1432892"/>
              <a:ext cx="1567047" cy="45661"/>
              <a:chOff x="1754675" y="2661275"/>
              <a:chExt cx="1945675" cy="56700"/>
            </a:xfrm>
          </p:grpSpPr>
          <p:cxnSp>
            <p:nvCxnSpPr>
              <p:cNvPr id="775" name="Google Shape;775;p36"/>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776" name="Google Shape;776;p36"/>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7" name="Google Shape;777;p36"/>
            <p:cNvGrpSpPr/>
            <p:nvPr/>
          </p:nvGrpSpPr>
          <p:grpSpPr>
            <a:xfrm>
              <a:off x="-766480" y="1564412"/>
              <a:ext cx="1561280" cy="136187"/>
              <a:chOff x="1754675" y="2824000"/>
              <a:chExt cx="4728285" cy="412439"/>
            </a:xfrm>
          </p:grpSpPr>
          <p:sp>
            <p:nvSpPr>
              <p:cNvPr id="778" name="Google Shape;778;p36"/>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779" name="Google Shape;779;p36"/>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0" name="Google Shape;780;p36"/>
            <p:cNvGrpSpPr/>
            <p:nvPr/>
          </p:nvGrpSpPr>
          <p:grpSpPr>
            <a:xfrm>
              <a:off x="-1431671" y="1201087"/>
              <a:ext cx="3070084" cy="102364"/>
              <a:chOff x="1779150" y="2604263"/>
              <a:chExt cx="3811875" cy="127113"/>
            </a:xfrm>
          </p:grpSpPr>
          <p:sp>
            <p:nvSpPr>
              <p:cNvPr id="781" name="Google Shape;781;p36"/>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782" name="Google Shape;782;p36"/>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3" name="Google Shape;783;p36"/>
            <p:cNvGrpSpPr/>
            <p:nvPr/>
          </p:nvGrpSpPr>
          <p:grpSpPr>
            <a:xfrm>
              <a:off x="-856941" y="773805"/>
              <a:ext cx="2877996" cy="223763"/>
              <a:chOff x="1748550" y="2064750"/>
              <a:chExt cx="3573375" cy="277863"/>
            </a:xfrm>
          </p:grpSpPr>
          <p:sp>
            <p:nvSpPr>
              <p:cNvPr id="784" name="Google Shape;784;p36"/>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785" name="Google Shape;785;p36"/>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6" name="Google Shape;786;p36"/>
            <p:cNvGrpSpPr/>
            <p:nvPr/>
          </p:nvGrpSpPr>
          <p:grpSpPr>
            <a:xfrm>
              <a:off x="-856958" y="656504"/>
              <a:ext cx="2430741" cy="185537"/>
              <a:chOff x="1748547" y="1392116"/>
              <a:chExt cx="5911958" cy="451312"/>
            </a:xfrm>
          </p:grpSpPr>
          <p:sp>
            <p:nvSpPr>
              <p:cNvPr id="787" name="Google Shape;787;p36"/>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788" name="Google Shape;788;p36"/>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9" name="Google Shape;789;p36"/>
            <p:cNvGrpSpPr/>
            <p:nvPr/>
          </p:nvGrpSpPr>
          <p:grpSpPr>
            <a:xfrm>
              <a:off x="-842187" y="1064790"/>
              <a:ext cx="3010303" cy="45661"/>
              <a:chOff x="1766900" y="2869225"/>
              <a:chExt cx="3737650" cy="56700"/>
            </a:xfrm>
          </p:grpSpPr>
          <p:cxnSp>
            <p:nvCxnSpPr>
              <p:cNvPr id="790" name="Google Shape;790;p36"/>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791" name="Google Shape;791;p36"/>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CONTENTS</a:t>
            </a:r>
            <a:endParaRPr dirty="0"/>
          </a:p>
        </p:txBody>
      </p:sp>
      <p:graphicFrame>
        <p:nvGraphicFramePr>
          <p:cNvPr id="800" name="Google Shape;800;p37"/>
          <p:cNvGraphicFramePr/>
          <p:nvPr>
            <p:extLst>
              <p:ext uri="{D42A27DB-BD31-4B8C-83A1-F6EECF244321}">
                <p14:modId xmlns:p14="http://schemas.microsoft.com/office/powerpoint/2010/main" val="1527598341"/>
              </p:ext>
            </p:extLst>
          </p:nvPr>
        </p:nvGraphicFramePr>
        <p:xfrm>
          <a:off x="1541915" y="1640404"/>
          <a:ext cx="6060169" cy="1046225"/>
        </p:xfrm>
        <a:graphic>
          <a:graphicData uri="http://schemas.openxmlformats.org/drawingml/2006/table">
            <a:tbl>
              <a:tblPr>
                <a:noFill/>
                <a:tableStyleId>{92CE58A5-9BC6-4E53-A9DA-EE6B6539BB91}</a:tableStyleId>
              </a:tblPr>
              <a:tblGrid>
                <a:gridCol w="6060169">
                  <a:extLst>
                    <a:ext uri="{9D8B030D-6E8A-4147-A177-3AD203B41FA5}">
                      <a16:colId xmlns:a16="http://schemas.microsoft.com/office/drawing/2014/main" val="20000"/>
                    </a:ext>
                  </a:extLst>
                </a:gridCol>
              </a:tblGrid>
              <a:tr h="347825">
                <a:tc>
                  <a:txBody>
                    <a:bodyPr/>
                    <a:lstStyle/>
                    <a:p>
                      <a:pPr marL="0" lvl="0" indent="0" algn="l" rtl="0">
                        <a:spcBef>
                          <a:spcPts val="0"/>
                        </a:spcBef>
                        <a:spcAft>
                          <a:spcPts val="0"/>
                        </a:spcAft>
                        <a:buNone/>
                      </a:pPr>
                      <a:r>
                        <a:rPr lang="en-US" sz="1000" u="sng" dirty="0">
                          <a:solidFill>
                            <a:schemeClr val="hlink"/>
                          </a:solidFill>
                          <a:latin typeface="Poppins ExtraBold"/>
                          <a:ea typeface="Poppins ExtraBold"/>
                          <a:cs typeface="Poppins ExtraBold"/>
                          <a:sym typeface="Poppins ExtraBold"/>
                        </a:rPr>
                        <a:t>What is </a:t>
                      </a:r>
                      <a:r>
                        <a:rPr lang="en-US" sz="1000" u="sng" baseline="0" dirty="0">
                          <a:solidFill>
                            <a:schemeClr val="hlink"/>
                          </a:solidFill>
                          <a:latin typeface="Poppins ExtraBold"/>
                          <a:ea typeface="Poppins ExtraBold"/>
                          <a:cs typeface="Poppins ExtraBold"/>
                          <a:sym typeface="Poppins ExtraBold"/>
                        </a:rPr>
                        <a:t>Circular Linked List </a:t>
                      </a:r>
                      <a:r>
                        <a:rPr lang="en-US" sz="1000" u="sng" dirty="0">
                          <a:solidFill>
                            <a:schemeClr val="hlink"/>
                          </a:solidFill>
                          <a:latin typeface="Poppins ExtraBold"/>
                          <a:ea typeface="Poppins ExtraBold"/>
                          <a:cs typeface="Poppins ExtraBold"/>
                          <a:sym typeface="Poppins ExtraBold"/>
                        </a:rPr>
                        <a:t>?</a:t>
                      </a:r>
                      <a:endParaRPr lang="en-US" sz="1000" u="sng" dirty="0">
                        <a:solidFill>
                          <a:schemeClr val="dk1"/>
                        </a:solidFill>
                        <a:latin typeface="Poppins ExtraBold"/>
                        <a:ea typeface="Poppins ExtraBold"/>
                        <a:cs typeface="Poppins ExtraBold"/>
                        <a:sym typeface="Poppi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extLst>
                  <a:ext uri="{0D108BD9-81ED-4DB2-BD59-A6C34878D82A}">
                    <a16:rowId xmlns:a16="http://schemas.microsoft.com/office/drawing/2014/main" val="10000"/>
                  </a:ext>
                </a:extLst>
              </a:tr>
              <a:tr h="349200">
                <a:tc>
                  <a:txBody>
                    <a:bodyPr/>
                    <a:lstStyle/>
                    <a:p>
                      <a:pPr marL="0" lvl="0" indent="0" algn="l" rtl="0">
                        <a:spcBef>
                          <a:spcPts val="0"/>
                        </a:spcBef>
                        <a:spcAft>
                          <a:spcPts val="0"/>
                        </a:spcAft>
                        <a:buNone/>
                      </a:pPr>
                      <a:r>
                        <a:rPr lang="en-US" sz="1000" u="sng" dirty="0">
                          <a:solidFill>
                            <a:schemeClr val="hlink"/>
                          </a:solidFill>
                          <a:latin typeface="Poppins ExtraBold"/>
                          <a:ea typeface="Poppins ExtraBold"/>
                          <a:cs typeface="Poppins ExtraBold"/>
                          <a:sym typeface="Poppins ExtraBold"/>
                        </a:rPr>
                        <a:t>Why</a:t>
                      </a:r>
                      <a:r>
                        <a:rPr lang="en-US" sz="1000" u="sng" baseline="0" dirty="0">
                          <a:solidFill>
                            <a:schemeClr val="hlink"/>
                          </a:solidFill>
                          <a:latin typeface="Poppins ExtraBold"/>
                          <a:ea typeface="Poppins ExtraBold"/>
                          <a:cs typeface="Poppins ExtraBold"/>
                          <a:sym typeface="Poppins ExtraBold"/>
                        </a:rPr>
                        <a:t> do we need Circular Linked List </a:t>
                      </a:r>
                      <a:r>
                        <a:rPr lang="en-US" sz="1000" u="sng" dirty="0">
                          <a:solidFill>
                            <a:schemeClr val="hlink"/>
                          </a:solidFill>
                          <a:latin typeface="Poppins ExtraBold"/>
                          <a:ea typeface="Poppins ExtraBold"/>
                          <a:cs typeface="Poppins ExtraBold"/>
                          <a:sym typeface="Poppins ExtraBold"/>
                        </a:rPr>
                        <a:t>?</a:t>
                      </a:r>
                      <a:endParaRPr lang="en-US" sz="1000" u="sng" dirty="0">
                        <a:solidFill>
                          <a:schemeClr val="dk1"/>
                        </a:solidFill>
                        <a:latin typeface="Poppins ExtraBold"/>
                        <a:ea typeface="Poppins ExtraBold"/>
                        <a:cs typeface="Poppins ExtraBold"/>
                        <a:sym typeface="Poppi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extLst>
                  <a:ext uri="{0D108BD9-81ED-4DB2-BD59-A6C34878D82A}">
                    <a16:rowId xmlns:a16="http://schemas.microsoft.com/office/drawing/2014/main" val="10001"/>
                  </a:ext>
                </a:extLst>
              </a:tr>
              <a:tr h="349200">
                <a:tc>
                  <a:txBody>
                    <a:bodyPr/>
                    <a:lstStyle/>
                    <a:p>
                      <a:pPr marL="0" lvl="0" indent="0" algn="l" rtl="0">
                        <a:spcBef>
                          <a:spcPts val="0"/>
                        </a:spcBef>
                        <a:spcAft>
                          <a:spcPts val="0"/>
                        </a:spcAft>
                        <a:buNone/>
                      </a:pPr>
                      <a:r>
                        <a:rPr lang="en-US" sz="1000" u="sng" dirty="0">
                          <a:solidFill>
                            <a:schemeClr val="dk1"/>
                          </a:solidFill>
                          <a:latin typeface="Poppins ExtraBold"/>
                          <a:ea typeface="Poppins ExtraBold"/>
                          <a:cs typeface="Poppins ExtraBold"/>
                          <a:sym typeface="Poppins ExtraBold"/>
                        </a:rPr>
                        <a:t>Operations</a:t>
                      </a:r>
                      <a:r>
                        <a:rPr lang="en-US" sz="1000" u="sng" baseline="0" dirty="0">
                          <a:solidFill>
                            <a:schemeClr val="dk1"/>
                          </a:solidFill>
                          <a:latin typeface="Poppins ExtraBold"/>
                          <a:ea typeface="Poppins ExtraBold"/>
                          <a:cs typeface="Poppins ExtraBold"/>
                          <a:sym typeface="Poppins ExtraBold"/>
                        </a:rPr>
                        <a:t> of Circular Linked List.</a:t>
                      </a:r>
                      <a:endParaRPr lang="en-US" sz="1000" u="sng" dirty="0">
                        <a:solidFill>
                          <a:schemeClr val="dk1"/>
                        </a:solidFill>
                        <a:latin typeface="Poppins ExtraBold"/>
                        <a:ea typeface="Poppins ExtraBold"/>
                        <a:cs typeface="Poppins ExtraBold"/>
                        <a:sym typeface="Poppi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extLst>
                  <a:ext uri="{0D108BD9-81ED-4DB2-BD59-A6C34878D82A}">
                    <a16:rowId xmlns:a16="http://schemas.microsoft.com/office/drawing/2014/main" val="25699935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40"/>
          <p:cNvSpPr txBox="1">
            <a:spLocks noGrp="1"/>
          </p:cNvSpPr>
          <p:nvPr>
            <p:ph type="title"/>
          </p:nvPr>
        </p:nvSpPr>
        <p:spPr>
          <a:xfrm>
            <a:off x="1410790" y="1564950"/>
            <a:ext cx="7646124" cy="1511400"/>
          </a:xfrm>
          <a:prstGeom prst="rect">
            <a:avLst/>
          </a:prstGeom>
        </p:spPr>
        <p:txBody>
          <a:bodyPr spcFirstLastPara="1" wrap="square" lIns="91425" tIns="91425" rIns="91425" bIns="91425" anchor="ctr" anchorCtr="0">
            <a:noAutofit/>
          </a:bodyPr>
          <a:lstStyle/>
          <a:p>
            <a:r>
              <a:rPr lang="en-US" sz="3200" dirty="0"/>
              <a:t>What is Circular Linked List ?</a:t>
            </a:r>
            <a:endParaRPr lang="ar-YE" sz="3200" dirty="0"/>
          </a:p>
        </p:txBody>
      </p:sp>
      <p:sp>
        <p:nvSpPr>
          <p:cNvPr id="915" name="Google Shape;915;p40"/>
          <p:cNvSpPr txBox="1">
            <a:spLocks noGrp="1"/>
          </p:cNvSpPr>
          <p:nvPr>
            <p:ph type="title" idx="2"/>
          </p:nvPr>
        </p:nvSpPr>
        <p:spPr>
          <a:xfrm>
            <a:off x="335972" y="1564950"/>
            <a:ext cx="9690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grpSp>
        <p:nvGrpSpPr>
          <p:cNvPr id="916" name="Google Shape;916;p40"/>
          <p:cNvGrpSpPr/>
          <p:nvPr/>
        </p:nvGrpSpPr>
        <p:grpSpPr>
          <a:xfrm flipH="1">
            <a:off x="6775879" y="3868746"/>
            <a:ext cx="3599787" cy="1044104"/>
            <a:chOff x="-1431671" y="656496"/>
            <a:chExt cx="3599787" cy="1044104"/>
          </a:xfrm>
        </p:grpSpPr>
        <p:grpSp>
          <p:nvGrpSpPr>
            <p:cNvPr id="917" name="Google Shape;917;p40"/>
            <p:cNvGrpSpPr/>
            <p:nvPr/>
          </p:nvGrpSpPr>
          <p:grpSpPr>
            <a:xfrm>
              <a:off x="-368508" y="1432892"/>
              <a:ext cx="1567047" cy="45661"/>
              <a:chOff x="1754675" y="2661275"/>
              <a:chExt cx="1945675" cy="56700"/>
            </a:xfrm>
          </p:grpSpPr>
          <p:cxnSp>
            <p:nvCxnSpPr>
              <p:cNvPr id="918" name="Google Shape;918;p40"/>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919" name="Google Shape;919;p40"/>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0" name="Google Shape;920;p40"/>
            <p:cNvGrpSpPr/>
            <p:nvPr/>
          </p:nvGrpSpPr>
          <p:grpSpPr>
            <a:xfrm>
              <a:off x="-766480" y="1564412"/>
              <a:ext cx="1561280" cy="136187"/>
              <a:chOff x="1754675" y="2824000"/>
              <a:chExt cx="4728285" cy="412439"/>
            </a:xfrm>
          </p:grpSpPr>
          <p:sp>
            <p:nvSpPr>
              <p:cNvPr id="921" name="Google Shape;921;p40"/>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922" name="Google Shape;922;p40"/>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 name="Google Shape;923;p40"/>
            <p:cNvGrpSpPr/>
            <p:nvPr/>
          </p:nvGrpSpPr>
          <p:grpSpPr>
            <a:xfrm>
              <a:off x="-1431671" y="1201087"/>
              <a:ext cx="3070084" cy="102364"/>
              <a:chOff x="1779150" y="2604263"/>
              <a:chExt cx="3811875" cy="127113"/>
            </a:xfrm>
          </p:grpSpPr>
          <p:sp>
            <p:nvSpPr>
              <p:cNvPr id="924" name="Google Shape;924;p40"/>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925" name="Google Shape;925;p40"/>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40"/>
            <p:cNvGrpSpPr/>
            <p:nvPr/>
          </p:nvGrpSpPr>
          <p:grpSpPr>
            <a:xfrm>
              <a:off x="-856941" y="773805"/>
              <a:ext cx="2877996" cy="223763"/>
              <a:chOff x="1748550" y="2064750"/>
              <a:chExt cx="3573375" cy="277863"/>
            </a:xfrm>
          </p:grpSpPr>
          <p:sp>
            <p:nvSpPr>
              <p:cNvPr id="927" name="Google Shape;927;p40"/>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928" name="Google Shape;928;p40"/>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0"/>
            <p:cNvGrpSpPr/>
            <p:nvPr/>
          </p:nvGrpSpPr>
          <p:grpSpPr>
            <a:xfrm>
              <a:off x="-856882" y="656496"/>
              <a:ext cx="2430997" cy="185534"/>
              <a:chOff x="1748547" y="1392116"/>
              <a:chExt cx="5911958" cy="451312"/>
            </a:xfrm>
          </p:grpSpPr>
          <p:sp>
            <p:nvSpPr>
              <p:cNvPr id="930" name="Google Shape;930;p40"/>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931" name="Google Shape;931;p40"/>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 name="Google Shape;932;p40"/>
            <p:cNvGrpSpPr/>
            <p:nvPr/>
          </p:nvGrpSpPr>
          <p:grpSpPr>
            <a:xfrm>
              <a:off x="-842187" y="1064790"/>
              <a:ext cx="3010303" cy="45661"/>
              <a:chOff x="1766900" y="2869225"/>
              <a:chExt cx="3737650" cy="56700"/>
            </a:xfrm>
          </p:grpSpPr>
          <p:cxnSp>
            <p:nvCxnSpPr>
              <p:cNvPr id="933" name="Google Shape;933;p40"/>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934" name="Google Shape;934;p40"/>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US" u="sng" dirty="0"/>
              <a:t>What is Circular Linked List ?</a:t>
            </a:r>
            <a:br>
              <a:rPr lang="ar-YE" dirty="0"/>
            </a:br>
            <a:br>
              <a:rPr lang="en-US" dirty="0"/>
            </a:br>
            <a:endParaRPr dirty="0"/>
          </a:p>
        </p:txBody>
      </p:sp>
      <p:sp>
        <p:nvSpPr>
          <p:cNvPr id="941" name="Google Shape;941;p41"/>
          <p:cNvSpPr txBox="1">
            <a:spLocks noGrp="1"/>
          </p:cNvSpPr>
          <p:nvPr>
            <p:ph type="subTitle" idx="2"/>
          </p:nvPr>
        </p:nvSpPr>
        <p:spPr>
          <a:xfrm>
            <a:off x="975360" y="1017725"/>
            <a:ext cx="7193280" cy="3087255"/>
          </a:xfrm>
          <a:prstGeom prst="rect">
            <a:avLst/>
          </a:prstGeom>
        </p:spPr>
        <p:txBody>
          <a:bodyPr spcFirstLastPara="1" wrap="square" lIns="91425" tIns="91425" rIns="91425" bIns="91425" anchor="t" anchorCtr="0">
            <a:noAutofit/>
          </a:bodyPr>
          <a:lstStyle/>
          <a:p>
            <a:pPr marL="171450" lvl="0" indent="-171450" algn="just">
              <a:lnSpc>
                <a:spcPct val="150000"/>
              </a:lnSpc>
              <a:buFont typeface="Wingdings" panose="05000000000000000000" pitchFamily="2" charset="2"/>
              <a:buChar char="§"/>
            </a:pPr>
            <a:r>
              <a:rPr lang="en-US" b="1" dirty="0"/>
              <a:t>The circular linked list is a linked list where all nodes are connected to form a circle. In a circular linked list, the first node and the last node are connected to each other which forms a circle. There is no NULL at the end.</a:t>
            </a:r>
          </a:p>
          <a:p>
            <a:pPr marL="0" lvl="0" indent="0" algn="just">
              <a:lnSpc>
                <a:spcPct val="150000"/>
              </a:lnSpc>
            </a:pPr>
            <a:endParaRPr lang="en-US" b="1" dirty="0"/>
          </a:p>
        </p:txBody>
      </p:sp>
      <p:pic>
        <p:nvPicPr>
          <p:cNvPr id="1026" name="Picture 2" descr="https://media.geeksforgeeks.org/wp-content/uploads/20220817185024/CircularSinglyLinkedList-660x17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694" y="2526516"/>
            <a:ext cx="4752612" cy="12385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40"/>
          <p:cNvSpPr txBox="1">
            <a:spLocks noGrp="1"/>
          </p:cNvSpPr>
          <p:nvPr>
            <p:ph type="title"/>
          </p:nvPr>
        </p:nvSpPr>
        <p:spPr>
          <a:xfrm>
            <a:off x="969000" y="1564950"/>
            <a:ext cx="8175000" cy="1511400"/>
          </a:xfrm>
          <a:prstGeom prst="rect">
            <a:avLst/>
          </a:prstGeom>
        </p:spPr>
        <p:txBody>
          <a:bodyPr spcFirstLastPara="1" wrap="square" lIns="91425" tIns="91425" rIns="91425" bIns="91425" anchor="ctr" anchorCtr="0">
            <a:noAutofit/>
          </a:bodyPr>
          <a:lstStyle/>
          <a:p>
            <a:pPr lvl="0"/>
            <a:r>
              <a:rPr lang="en-US" sz="3200" dirty="0"/>
              <a:t>Why do we need Circular Linked Lists ?</a:t>
            </a:r>
          </a:p>
        </p:txBody>
      </p:sp>
      <p:sp>
        <p:nvSpPr>
          <p:cNvPr id="915" name="Google Shape;915;p40"/>
          <p:cNvSpPr txBox="1">
            <a:spLocks noGrp="1"/>
          </p:cNvSpPr>
          <p:nvPr>
            <p:ph type="title" idx="2"/>
          </p:nvPr>
        </p:nvSpPr>
        <p:spPr>
          <a:xfrm>
            <a:off x="0" y="1564950"/>
            <a:ext cx="9690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916" name="Google Shape;916;p40"/>
          <p:cNvGrpSpPr/>
          <p:nvPr/>
        </p:nvGrpSpPr>
        <p:grpSpPr>
          <a:xfrm flipH="1">
            <a:off x="6775879" y="3868746"/>
            <a:ext cx="3599787" cy="1044104"/>
            <a:chOff x="-1431671" y="656496"/>
            <a:chExt cx="3599787" cy="1044104"/>
          </a:xfrm>
        </p:grpSpPr>
        <p:grpSp>
          <p:nvGrpSpPr>
            <p:cNvPr id="917" name="Google Shape;917;p40"/>
            <p:cNvGrpSpPr/>
            <p:nvPr/>
          </p:nvGrpSpPr>
          <p:grpSpPr>
            <a:xfrm>
              <a:off x="-368508" y="1432892"/>
              <a:ext cx="1567047" cy="45661"/>
              <a:chOff x="1754675" y="2661275"/>
              <a:chExt cx="1945675" cy="56700"/>
            </a:xfrm>
          </p:grpSpPr>
          <p:cxnSp>
            <p:nvCxnSpPr>
              <p:cNvPr id="918" name="Google Shape;918;p40"/>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919" name="Google Shape;919;p40"/>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0" name="Google Shape;920;p40"/>
            <p:cNvGrpSpPr/>
            <p:nvPr/>
          </p:nvGrpSpPr>
          <p:grpSpPr>
            <a:xfrm>
              <a:off x="-766480" y="1564412"/>
              <a:ext cx="1561280" cy="136187"/>
              <a:chOff x="1754675" y="2824000"/>
              <a:chExt cx="4728285" cy="412439"/>
            </a:xfrm>
          </p:grpSpPr>
          <p:sp>
            <p:nvSpPr>
              <p:cNvPr id="921" name="Google Shape;921;p40"/>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922" name="Google Shape;922;p40"/>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 name="Google Shape;923;p40"/>
            <p:cNvGrpSpPr/>
            <p:nvPr/>
          </p:nvGrpSpPr>
          <p:grpSpPr>
            <a:xfrm>
              <a:off x="-1431671" y="1201087"/>
              <a:ext cx="3070084" cy="102364"/>
              <a:chOff x="1779150" y="2604263"/>
              <a:chExt cx="3811875" cy="127113"/>
            </a:xfrm>
          </p:grpSpPr>
          <p:sp>
            <p:nvSpPr>
              <p:cNvPr id="924" name="Google Shape;924;p40"/>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925" name="Google Shape;925;p40"/>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40"/>
            <p:cNvGrpSpPr/>
            <p:nvPr/>
          </p:nvGrpSpPr>
          <p:grpSpPr>
            <a:xfrm>
              <a:off x="-856941" y="773805"/>
              <a:ext cx="2877996" cy="223763"/>
              <a:chOff x="1748550" y="2064750"/>
              <a:chExt cx="3573375" cy="277863"/>
            </a:xfrm>
          </p:grpSpPr>
          <p:sp>
            <p:nvSpPr>
              <p:cNvPr id="927" name="Google Shape;927;p40"/>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928" name="Google Shape;928;p40"/>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0"/>
            <p:cNvGrpSpPr/>
            <p:nvPr/>
          </p:nvGrpSpPr>
          <p:grpSpPr>
            <a:xfrm>
              <a:off x="-856882" y="656496"/>
              <a:ext cx="2430997" cy="185534"/>
              <a:chOff x="1748547" y="1392116"/>
              <a:chExt cx="5911958" cy="451312"/>
            </a:xfrm>
          </p:grpSpPr>
          <p:sp>
            <p:nvSpPr>
              <p:cNvPr id="930" name="Google Shape;930;p40"/>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931" name="Google Shape;931;p40"/>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 name="Google Shape;932;p40"/>
            <p:cNvGrpSpPr/>
            <p:nvPr/>
          </p:nvGrpSpPr>
          <p:grpSpPr>
            <a:xfrm>
              <a:off x="-842187" y="1064790"/>
              <a:ext cx="3010303" cy="45661"/>
              <a:chOff x="1766900" y="2869225"/>
              <a:chExt cx="3737650" cy="56700"/>
            </a:xfrm>
          </p:grpSpPr>
          <p:cxnSp>
            <p:nvCxnSpPr>
              <p:cNvPr id="933" name="Google Shape;933;p40"/>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934" name="Google Shape;934;p40"/>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696590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sz="2800" dirty="0"/>
              <a:t>Why do we need Circular Linked Lists ?</a:t>
            </a:r>
            <a:endParaRPr lang="en-US" dirty="0"/>
          </a:p>
        </p:txBody>
      </p:sp>
      <p:sp>
        <p:nvSpPr>
          <p:cNvPr id="941" name="Google Shape;941;p41"/>
          <p:cNvSpPr txBox="1">
            <a:spLocks noGrp="1"/>
          </p:cNvSpPr>
          <p:nvPr>
            <p:ph type="subTitle" idx="2"/>
          </p:nvPr>
        </p:nvSpPr>
        <p:spPr>
          <a:xfrm>
            <a:off x="1097280" y="1254034"/>
            <a:ext cx="7193280" cy="1889759"/>
          </a:xfrm>
          <a:prstGeom prst="rect">
            <a:avLst/>
          </a:prstGeom>
        </p:spPr>
        <p:txBody>
          <a:bodyPr spcFirstLastPara="1" wrap="square" lIns="91425" tIns="91425" rIns="91425" bIns="91425" anchor="t" anchorCtr="0">
            <a:noAutofit/>
          </a:bodyPr>
          <a:lstStyle/>
          <a:p>
            <a:pPr marL="171450" lvl="0" indent="-171450" algn="just">
              <a:lnSpc>
                <a:spcPct val="150000"/>
              </a:lnSpc>
              <a:buFont typeface="Arial" panose="020B0604020202020204" pitchFamily="34" charset="0"/>
              <a:buChar char="•"/>
            </a:pPr>
            <a:r>
              <a:rPr lang="en-US" b="1" dirty="0">
                <a:solidFill>
                  <a:schemeClr val="bg1">
                    <a:lumMod val="10000"/>
                  </a:schemeClr>
                </a:solidFill>
              </a:rPr>
              <a:t>Circular Linked List is a type of linked list that is circular in nature. In a circular linked list, every node has successor. In this data structure, every node points to the next node and the last node of the linked list points to the first node. This feature makes it circular in nature. It is essential to know that the circular linked lists have no end and we need to be careful while traversing the linked list. </a:t>
            </a:r>
          </a:p>
          <a:p>
            <a:pPr marL="0" lvl="0" indent="0" algn="just">
              <a:lnSpc>
                <a:spcPct val="150000"/>
              </a:lnSpc>
            </a:pPr>
            <a:endParaRPr lang="en-US" b="1" dirty="0">
              <a:solidFill>
                <a:schemeClr val="bg1">
                  <a:lumMod val="10000"/>
                </a:schemeClr>
              </a:solidFill>
            </a:endParaRPr>
          </a:p>
          <a:p>
            <a:pPr marL="171450" lvl="0" indent="-171450" algn="just">
              <a:lnSpc>
                <a:spcPct val="150000"/>
              </a:lnSpc>
              <a:buFont typeface="Arial" panose="020B0604020202020204" pitchFamily="34" charset="0"/>
              <a:buChar char="•"/>
            </a:pPr>
            <a:r>
              <a:rPr lang="en-US" b="1" dirty="0">
                <a:solidFill>
                  <a:schemeClr val="bg1">
                    <a:lumMod val="10000"/>
                  </a:schemeClr>
                </a:solidFill>
              </a:rPr>
              <a:t>One of things we need it is to build a </a:t>
            </a:r>
            <a:r>
              <a:rPr lang="en-US" b="1" i="1" u="sng" dirty="0">
                <a:solidFill>
                  <a:schemeClr val="bg1">
                    <a:lumMod val="10000"/>
                  </a:schemeClr>
                </a:solidFill>
              </a:rPr>
              <a:t>Music player</a:t>
            </a:r>
            <a:r>
              <a:rPr lang="en-US" b="1" dirty="0">
                <a:solidFill>
                  <a:schemeClr val="bg1">
                    <a:lumMod val="10000"/>
                  </a:schemeClr>
                </a:solidFill>
              </a:rPr>
              <a:t>.</a:t>
            </a:r>
          </a:p>
        </p:txBody>
      </p:sp>
    </p:spTree>
    <p:extLst>
      <p:ext uri="{BB962C8B-B14F-4D97-AF65-F5344CB8AC3E}">
        <p14:creationId xmlns:p14="http://schemas.microsoft.com/office/powerpoint/2010/main" val="4294703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sz="2800" dirty="0"/>
              <a:t>Assignment</a:t>
            </a:r>
            <a:endParaRPr lang="en-US" dirty="0"/>
          </a:p>
        </p:txBody>
      </p:sp>
      <p:sp>
        <p:nvSpPr>
          <p:cNvPr id="941" name="Google Shape;941;p41"/>
          <p:cNvSpPr txBox="1">
            <a:spLocks noGrp="1"/>
          </p:cNvSpPr>
          <p:nvPr>
            <p:ph type="subTitle" idx="2"/>
          </p:nvPr>
        </p:nvSpPr>
        <p:spPr>
          <a:xfrm>
            <a:off x="1097280" y="1454331"/>
            <a:ext cx="7193280" cy="1733006"/>
          </a:xfrm>
          <a:prstGeom prst="rect">
            <a:avLst/>
          </a:prstGeom>
        </p:spPr>
        <p:txBody>
          <a:bodyPr spcFirstLastPara="1" wrap="square" lIns="91425" tIns="91425" rIns="91425" bIns="91425" anchor="t" anchorCtr="0">
            <a:noAutofit/>
          </a:bodyPr>
          <a:lstStyle/>
          <a:p>
            <a:pPr marL="0" lvl="0" indent="0" algn="ctr">
              <a:lnSpc>
                <a:spcPct val="150000"/>
              </a:lnSpc>
            </a:pPr>
            <a:r>
              <a:rPr lang="en-US" sz="1600" b="1" dirty="0">
                <a:solidFill>
                  <a:srgbClr val="C00000"/>
                </a:solidFill>
              </a:rPr>
              <a:t>! Important...</a:t>
            </a:r>
          </a:p>
          <a:p>
            <a:pPr marL="171450" lvl="0" indent="-171450" algn="just">
              <a:lnSpc>
                <a:spcPct val="150000"/>
              </a:lnSpc>
              <a:buFont typeface="Arial" panose="020B0604020202020204" pitchFamily="34" charset="0"/>
              <a:buChar char="•"/>
            </a:pPr>
            <a:r>
              <a:rPr lang="en-US" sz="1400" b="1" dirty="0">
                <a:solidFill>
                  <a:schemeClr val="bg1">
                    <a:lumMod val="10000"/>
                  </a:schemeClr>
                </a:solidFill>
              </a:rPr>
              <a:t>Search about a Circular, a Doubly and a Singly linked list Applications.</a:t>
            </a:r>
          </a:p>
        </p:txBody>
      </p:sp>
    </p:spTree>
    <p:extLst>
      <p:ext uri="{BB962C8B-B14F-4D97-AF65-F5344CB8AC3E}">
        <p14:creationId xmlns:p14="http://schemas.microsoft.com/office/powerpoint/2010/main" val="1527084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40"/>
          <p:cNvSpPr txBox="1">
            <a:spLocks noGrp="1"/>
          </p:cNvSpPr>
          <p:nvPr>
            <p:ph type="title"/>
          </p:nvPr>
        </p:nvSpPr>
        <p:spPr>
          <a:xfrm>
            <a:off x="1577094" y="1591102"/>
            <a:ext cx="7436277" cy="1511400"/>
          </a:xfrm>
          <a:prstGeom prst="rect">
            <a:avLst/>
          </a:prstGeom>
        </p:spPr>
        <p:txBody>
          <a:bodyPr spcFirstLastPara="1" wrap="square" lIns="91425" tIns="91425" rIns="91425" bIns="91425" anchor="ctr" anchorCtr="0">
            <a:noAutofit/>
          </a:bodyPr>
          <a:lstStyle/>
          <a:p>
            <a:pPr lvl="0"/>
            <a:r>
              <a:rPr lang="en-US" sz="3200" dirty="0"/>
              <a:t>Operations of Circular Linked Lists.</a:t>
            </a:r>
          </a:p>
        </p:txBody>
      </p:sp>
      <p:sp>
        <p:nvSpPr>
          <p:cNvPr id="915" name="Google Shape;915;p40"/>
          <p:cNvSpPr txBox="1">
            <a:spLocks noGrp="1"/>
          </p:cNvSpPr>
          <p:nvPr>
            <p:ph type="title" idx="2"/>
          </p:nvPr>
        </p:nvSpPr>
        <p:spPr>
          <a:xfrm>
            <a:off x="640772" y="1564950"/>
            <a:ext cx="9690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grpSp>
        <p:nvGrpSpPr>
          <p:cNvPr id="916" name="Google Shape;916;p40"/>
          <p:cNvGrpSpPr/>
          <p:nvPr/>
        </p:nvGrpSpPr>
        <p:grpSpPr>
          <a:xfrm flipH="1">
            <a:off x="6775879" y="3868746"/>
            <a:ext cx="3599787" cy="1044104"/>
            <a:chOff x="-1431671" y="656496"/>
            <a:chExt cx="3599787" cy="1044104"/>
          </a:xfrm>
        </p:grpSpPr>
        <p:grpSp>
          <p:nvGrpSpPr>
            <p:cNvPr id="917" name="Google Shape;917;p40"/>
            <p:cNvGrpSpPr/>
            <p:nvPr/>
          </p:nvGrpSpPr>
          <p:grpSpPr>
            <a:xfrm>
              <a:off x="-368508" y="1432892"/>
              <a:ext cx="1567047" cy="45661"/>
              <a:chOff x="1754675" y="2661275"/>
              <a:chExt cx="1945675" cy="56700"/>
            </a:xfrm>
          </p:grpSpPr>
          <p:cxnSp>
            <p:nvCxnSpPr>
              <p:cNvPr id="918" name="Google Shape;918;p40"/>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919" name="Google Shape;919;p40"/>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0" name="Google Shape;920;p40"/>
            <p:cNvGrpSpPr/>
            <p:nvPr/>
          </p:nvGrpSpPr>
          <p:grpSpPr>
            <a:xfrm>
              <a:off x="-766480" y="1564412"/>
              <a:ext cx="1561280" cy="136187"/>
              <a:chOff x="1754675" y="2824000"/>
              <a:chExt cx="4728285" cy="412439"/>
            </a:xfrm>
          </p:grpSpPr>
          <p:sp>
            <p:nvSpPr>
              <p:cNvPr id="921" name="Google Shape;921;p40"/>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922" name="Google Shape;922;p40"/>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 name="Google Shape;923;p40"/>
            <p:cNvGrpSpPr/>
            <p:nvPr/>
          </p:nvGrpSpPr>
          <p:grpSpPr>
            <a:xfrm>
              <a:off x="-1431671" y="1201087"/>
              <a:ext cx="3070084" cy="102364"/>
              <a:chOff x="1779150" y="2604263"/>
              <a:chExt cx="3811875" cy="127113"/>
            </a:xfrm>
          </p:grpSpPr>
          <p:sp>
            <p:nvSpPr>
              <p:cNvPr id="924" name="Google Shape;924;p40"/>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925" name="Google Shape;925;p40"/>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40"/>
            <p:cNvGrpSpPr/>
            <p:nvPr/>
          </p:nvGrpSpPr>
          <p:grpSpPr>
            <a:xfrm>
              <a:off x="-856941" y="773805"/>
              <a:ext cx="2877996" cy="223763"/>
              <a:chOff x="1748550" y="2064750"/>
              <a:chExt cx="3573375" cy="277863"/>
            </a:xfrm>
          </p:grpSpPr>
          <p:sp>
            <p:nvSpPr>
              <p:cNvPr id="927" name="Google Shape;927;p40"/>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928" name="Google Shape;928;p40"/>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0"/>
            <p:cNvGrpSpPr/>
            <p:nvPr/>
          </p:nvGrpSpPr>
          <p:grpSpPr>
            <a:xfrm>
              <a:off x="-856882" y="656496"/>
              <a:ext cx="2430997" cy="185534"/>
              <a:chOff x="1748547" y="1392116"/>
              <a:chExt cx="5911958" cy="451312"/>
            </a:xfrm>
          </p:grpSpPr>
          <p:sp>
            <p:nvSpPr>
              <p:cNvPr id="930" name="Google Shape;930;p40"/>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931" name="Google Shape;931;p40"/>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 name="Google Shape;932;p40"/>
            <p:cNvGrpSpPr/>
            <p:nvPr/>
          </p:nvGrpSpPr>
          <p:grpSpPr>
            <a:xfrm>
              <a:off x="-842187" y="1064790"/>
              <a:ext cx="3010303" cy="45661"/>
              <a:chOff x="1766900" y="2869225"/>
              <a:chExt cx="3737650" cy="56700"/>
            </a:xfrm>
          </p:grpSpPr>
          <p:cxnSp>
            <p:nvCxnSpPr>
              <p:cNvPr id="933" name="Google Shape;933;p40"/>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934" name="Google Shape;934;p40"/>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416931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Operations of Circular Linked Lists.</a:t>
            </a:r>
          </a:p>
        </p:txBody>
      </p:sp>
      <p:sp>
        <p:nvSpPr>
          <p:cNvPr id="941" name="Google Shape;941;p41"/>
          <p:cNvSpPr txBox="1">
            <a:spLocks noGrp="1"/>
          </p:cNvSpPr>
          <p:nvPr>
            <p:ph type="subTitle" idx="2"/>
          </p:nvPr>
        </p:nvSpPr>
        <p:spPr>
          <a:xfrm>
            <a:off x="1036320" y="1667625"/>
            <a:ext cx="7193280" cy="1720009"/>
          </a:xfrm>
          <a:prstGeom prst="rect">
            <a:avLst/>
          </a:prstGeom>
        </p:spPr>
        <p:txBody>
          <a:bodyPr spcFirstLastPara="1" wrap="square" lIns="91425" tIns="91425" rIns="91425" bIns="91425" anchor="t" anchorCtr="0">
            <a:noAutofit/>
          </a:bodyPr>
          <a:lstStyle/>
          <a:p>
            <a:pPr marL="171450" lvl="0" indent="-171450" algn="just">
              <a:lnSpc>
                <a:spcPct val="150000"/>
              </a:lnSpc>
              <a:buFont typeface="Wingdings" panose="05000000000000000000" pitchFamily="2" charset="2"/>
              <a:buChar char="§"/>
            </a:pPr>
            <a:r>
              <a:rPr lang="en-US" b="1" dirty="0">
                <a:solidFill>
                  <a:srgbClr val="C00000"/>
                </a:solidFill>
              </a:rPr>
              <a:t>Traversal</a:t>
            </a:r>
            <a:r>
              <a:rPr lang="en-US" b="1" dirty="0">
                <a:solidFill>
                  <a:schemeClr val="tx1"/>
                </a:solidFill>
              </a:rPr>
              <a:t>: accessing all the elements of the list. </a:t>
            </a:r>
          </a:p>
          <a:p>
            <a:pPr marL="171450" lvl="0" indent="-171450" algn="just">
              <a:lnSpc>
                <a:spcPct val="150000"/>
              </a:lnSpc>
              <a:buFont typeface="Wingdings" panose="05000000000000000000" pitchFamily="2" charset="2"/>
              <a:buChar char="§"/>
            </a:pPr>
            <a:r>
              <a:rPr lang="en-US" b="1" dirty="0">
                <a:solidFill>
                  <a:srgbClr val="C00000"/>
                </a:solidFill>
              </a:rPr>
              <a:t>Insertion</a:t>
            </a:r>
            <a:r>
              <a:rPr lang="en-US" b="1" dirty="0">
                <a:solidFill>
                  <a:schemeClr val="tx1"/>
                </a:solidFill>
              </a:rPr>
              <a:t>: To add/insert a new node to the list.</a:t>
            </a:r>
          </a:p>
          <a:p>
            <a:pPr marL="171450" lvl="0" indent="-171450" algn="just">
              <a:lnSpc>
                <a:spcPct val="150000"/>
              </a:lnSpc>
              <a:buFont typeface="Wingdings" panose="05000000000000000000" pitchFamily="2" charset="2"/>
              <a:buChar char="§"/>
            </a:pPr>
            <a:r>
              <a:rPr lang="en-US" b="1" dirty="0">
                <a:solidFill>
                  <a:srgbClr val="C00000"/>
                </a:solidFill>
              </a:rPr>
              <a:t>Deletion</a:t>
            </a:r>
            <a:r>
              <a:rPr lang="en-US" b="1" dirty="0">
                <a:solidFill>
                  <a:schemeClr val="tx1"/>
                </a:solidFill>
              </a:rPr>
              <a:t>: To remove any existing node from the list.</a:t>
            </a:r>
          </a:p>
          <a:p>
            <a:pPr marL="171450" lvl="0" indent="-171450" algn="just">
              <a:lnSpc>
                <a:spcPct val="150000"/>
              </a:lnSpc>
              <a:buFont typeface="Wingdings" panose="05000000000000000000" pitchFamily="2" charset="2"/>
              <a:buChar char="§"/>
            </a:pPr>
            <a:r>
              <a:rPr lang="en-US" b="1" dirty="0">
                <a:solidFill>
                  <a:srgbClr val="C00000"/>
                </a:solidFill>
              </a:rPr>
              <a:t>Searching</a:t>
            </a:r>
            <a:r>
              <a:rPr lang="en-US" b="1" dirty="0">
                <a:solidFill>
                  <a:schemeClr val="tx1"/>
                </a:solidFill>
              </a:rPr>
              <a:t>: To find a node in the list.</a:t>
            </a:r>
            <a:endParaRPr b="1" dirty="0">
              <a:solidFill>
                <a:schemeClr val="tx1"/>
              </a:solidFill>
            </a:endParaRPr>
          </a:p>
        </p:txBody>
      </p:sp>
    </p:spTree>
    <p:extLst>
      <p:ext uri="{BB962C8B-B14F-4D97-AF65-F5344CB8AC3E}">
        <p14:creationId xmlns:p14="http://schemas.microsoft.com/office/powerpoint/2010/main" val="902860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p47"/>
          <p:cNvSpPr txBox="1">
            <a:spLocks noGrp="1"/>
          </p:cNvSpPr>
          <p:nvPr>
            <p:ph type="title"/>
          </p:nvPr>
        </p:nvSpPr>
        <p:spPr>
          <a:xfrm>
            <a:off x="1768550" y="1636650"/>
            <a:ext cx="5607000" cy="106300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THANKS</a:t>
            </a:r>
            <a:endParaRPr dirty="0"/>
          </a:p>
        </p:txBody>
      </p:sp>
    </p:spTree>
  </p:cSld>
  <p:clrMapOvr>
    <a:masterClrMapping/>
  </p:clrMapOvr>
</p:sld>
</file>

<file path=ppt/theme/theme1.xml><?xml version="1.0" encoding="utf-8"?>
<a:theme xmlns:a="http://schemas.openxmlformats.org/drawingml/2006/main" name="Data Analytics Strategy Toolkit by Slidesgo">
  <a:themeElements>
    <a:clrScheme name="Simple Light">
      <a:dk1>
        <a:srgbClr val="202331"/>
      </a:dk1>
      <a:lt1>
        <a:srgbClr val="F8F4F4"/>
      </a:lt1>
      <a:dk2>
        <a:srgbClr val="1BBBE9"/>
      </a:dk2>
      <a:lt2>
        <a:srgbClr val="2C7EC7"/>
      </a:lt2>
      <a:accent1>
        <a:srgbClr val="0B5394"/>
      </a:accent1>
      <a:accent2>
        <a:srgbClr val="FFFFFF"/>
      </a:accent2>
      <a:accent3>
        <a:srgbClr val="FFFFFF"/>
      </a:accent3>
      <a:accent4>
        <a:srgbClr val="FFFFFF"/>
      </a:accent4>
      <a:accent5>
        <a:srgbClr val="FFFFFF"/>
      </a:accent5>
      <a:accent6>
        <a:srgbClr val="FFFFFF"/>
      </a:accent6>
      <a:hlink>
        <a:srgbClr val="2023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688</TotalTime>
  <Words>280</Words>
  <Application>Microsoft Office PowerPoint</Application>
  <PresentationFormat>عرض على الشاشة (16:9)</PresentationFormat>
  <Paragraphs>26</Paragraphs>
  <Slides>10</Slides>
  <Notes>10</Notes>
  <HiddenSlides>0</HiddenSlides>
  <MMClips>0</MMClips>
  <ScaleCrop>false</ScaleCrop>
  <HeadingPairs>
    <vt:vector size="6" baseType="variant">
      <vt:variant>
        <vt:lpstr>الخطوط المستخدمة</vt:lpstr>
      </vt:variant>
      <vt:variant>
        <vt:i4>7</vt:i4>
      </vt:variant>
      <vt:variant>
        <vt:lpstr>نسق</vt:lpstr>
      </vt:variant>
      <vt:variant>
        <vt:i4>1</vt:i4>
      </vt:variant>
      <vt:variant>
        <vt:lpstr>عناوين الشرائح</vt:lpstr>
      </vt:variant>
      <vt:variant>
        <vt:i4>10</vt:i4>
      </vt:variant>
    </vt:vector>
  </HeadingPairs>
  <TitlesOfParts>
    <vt:vector size="18" baseType="lpstr">
      <vt:lpstr>Wingdings</vt:lpstr>
      <vt:lpstr>Barlow</vt:lpstr>
      <vt:lpstr>Arial</vt:lpstr>
      <vt:lpstr>Nunito Light</vt:lpstr>
      <vt:lpstr>Poppins</vt:lpstr>
      <vt:lpstr>Poppins ExtraBold</vt:lpstr>
      <vt:lpstr>Poppins Black</vt:lpstr>
      <vt:lpstr>Data Analytics Strategy Toolkit by Slidesgo</vt:lpstr>
      <vt:lpstr>DATA STRUCTURES &amp; ALGORITHMS</vt:lpstr>
      <vt:lpstr>CONTENTS</vt:lpstr>
      <vt:lpstr>What is Circular Linked List ?</vt:lpstr>
      <vt:lpstr>What is Circular Linked List ?  </vt:lpstr>
      <vt:lpstr>Why do we need Circular Linked Lists ?</vt:lpstr>
      <vt:lpstr>Why do we need Circular Linked Lists ?</vt:lpstr>
      <vt:lpstr>Assignment</vt:lpstr>
      <vt:lpstr>Operations of Circular Linked Lists.</vt:lpstr>
      <vt:lpstr>Operations of Circular Linked Lists.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 &amp; ALGORITHMS</dc:title>
  <cp:lastModifiedBy>Suad Aljuaid</cp:lastModifiedBy>
  <cp:revision>42</cp:revision>
  <dcterms:modified xsi:type="dcterms:W3CDTF">2025-11-03T18:03:16Z</dcterms:modified>
</cp:coreProperties>
</file>